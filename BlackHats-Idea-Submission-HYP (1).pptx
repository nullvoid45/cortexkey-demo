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532143"/>
            <a:ext cx="18288000" cy="755015"/>
          </a:xfrm>
          <a:custGeom>
            <a:avLst/>
            <a:gdLst/>
            <a:ahLst/>
            <a:cxnLst/>
            <a:rect l="l" t="t" r="r" b="b"/>
            <a:pathLst>
              <a:path w="18288000" h="755015">
                <a:moveTo>
                  <a:pt x="18287567" y="754856"/>
                </a:moveTo>
                <a:lnTo>
                  <a:pt x="0" y="754856"/>
                </a:lnTo>
                <a:lnTo>
                  <a:pt x="0" y="0"/>
                </a:lnTo>
                <a:lnTo>
                  <a:pt x="18287567" y="0"/>
                </a:lnTo>
                <a:lnTo>
                  <a:pt x="18287567" y="754856"/>
                </a:lnTo>
                <a:close/>
              </a:path>
            </a:pathLst>
          </a:custGeom>
          <a:solidFill>
            <a:srgbClr val="006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0115" y="315912"/>
            <a:ext cx="10447769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60996" y="1781856"/>
            <a:ext cx="15566006" cy="68745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7221200" y="9661001"/>
            <a:ext cx="203200" cy="278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hyperlink" Target="https://www.google.com/search?q=https%3A//dl.acm.org/doi/10.1145/2462456.2464429" TargetMode="External"/><Relationship Id="rId5" Type="http://schemas.openxmlformats.org/officeDocument/2006/relationships/hyperlink" Target="https://www.inderscienceonline.com/doi/abs/10.1504/IJBM.2014.059639" TargetMode="External"/><Relationship Id="rId6" Type="http://schemas.openxmlformats.org/officeDocument/2006/relationships/hyperlink" Target="https://www.google.com/search?q=https%3A//www.ijcaonline.org/archives/volume13/number10/1806-2396" TargetMode="External"/><Relationship Id="rId7" Type="http://schemas.openxmlformats.org/officeDocument/2006/relationships/hyperlink" Target="https://www.google.com/search?q=https%3A//ieeexplore.ieee.org/document/1351543" TargetMode="Externa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41296" y="1189522"/>
            <a:ext cx="806640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93950" algn="l"/>
                <a:tab pos="4798695" algn="l"/>
                <a:tab pos="7140575" algn="l"/>
              </a:tabLst>
            </a:pPr>
            <a:r>
              <a:rPr dirty="0" sz="6000" spc="-20">
                <a:solidFill>
                  <a:srgbClr val="1F497D"/>
                </a:solidFill>
                <a:latin typeface="Garamond"/>
                <a:cs typeface="Garamond"/>
              </a:rPr>
              <a:t>HACK</a:t>
            </a:r>
            <a:r>
              <a:rPr dirty="0" sz="6000">
                <a:solidFill>
                  <a:srgbClr val="1F497D"/>
                </a:solidFill>
                <a:latin typeface="Garamond"/>
                <a:cs typeface="Garamond"/>
              </a:rPr>
              <a:t>	</a:t>
            </a:r>
            <a:r>
              <a:rPr dirty="0" sz="6000" spc="-20">
                <a:solidFill>
                  <a:srgbClr val="1F497D"/>
                </a:solidFill>
                <a:latin typeface="Garamond"/>
                <a:cs typeface="Garamond"/>
              </a:rPr>
              <a:t>YOUR</a:t>
            </a:r>
            <a:r>
              <a:rPr dirty="0" sz="6000">
                <a:solidFill>
                  <a:srgbClr val="1F497D"/>
                </a:solidFill>
                <a:latin typeface="Garamond"/>
                <a:cs typeface="Garamond"/>
              </a:rPr>
              <a:t>	</a:t>
            </a:r>
            <a:r>
              <a:rPr dirty="0" sz="6000" spc="-20">
                <a:solidFill>
                  <a:srgbClr val="1F497D"/>
                </a:solidFill>
                <a:latin typeface="Garamond"/>
                <a:cs typeface="Garamond"/>
              </a:rPr>
              <a:t>PATH</a:t>
            </a:r>
            <a:r>
              <a:rPr dirty="0" sz="6000">
                <a:solidFill>
                  <a:srgbClr val="1F497D"/>
                </a:solidFill>
                <a:latin typeface="Garamond"/>
                <a:cs typeface="Garamond"/>
              </a:rPr>
              <a:t>	</a:t>
            </a:r>
            <a:r>
              <a:rPr dirty="0" sz="6000" spc="-25">
                <a:solidFill>
                  <a:srgbClr val="1F497D"/>
                </a:solidFill>
                <a:latin typeface="Garamond"/>
                <a:cs typeface="Garamond"/>
              </a:rPr>
              <a:t>7.0</a:t>
            </a:r>
            <a:endParaRPr sz="6000">
              <a:latin typeface="Garamond"/>
              <a:cs typeface="Garamond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71229" y="211651"/>
            <a:ext cx="17908905" cy="9879965"/>
            <a:chOff x="171229" y="211651"/>
            <a:chExt cx="17908905" cy="987996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57953" y="2829439"/>
              <a:ext cx="8080247" cy="4628132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90279" y="230701"/>
              <a:ext cx="17870805" cy="9841865"/>
            </a:xfrm>
            <a:custGeom>
              <a:avLst/>
              <a:gdLst/>
              <a:ahLst/>
              <a:cxnLst/>
              <a:rect l="l" t="t" r="r" b="b"/>
              <a:pathLst>
                <a:path w="17870805" h="9841865">
                  <a:moveTo>
                    <a:pt x="0" y="0"/>
                  </a:moveTo>
                  <a:lnTo>
                    <a:pt x="17870805" y="0"/>
                  </a:lnTo>
                  <a:lnTo>
                    <a:pt x="17870805" y="9841515"/>
                  </a:lnTo>
                  <a:lnTo>
                    <a:pt x="0" y="9841515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469252" y="3110484"/>
            <a:ext cx="6565900" cy="5401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dirty="0" sz="2950" b="1">
                <a:latin typeface="Times New Roman"/>
                <a:cs typeface="Times New Roman"/>
              </a:rPr>
              <a:t>Theme</a:t>
            </a:r>
            <a:r>
              <a:rPr dirty="0" sz="2950" spc="-30" b="1">
                <a:latin typeface="Times New Roman"/>
                <a:cs typeface="Times New Roman"/>
              </a:rPr>
              <a:t> </a:t>
            </a:r>
            <a:r>
              <a:rPr dirty="0" sz="2950" b="1">
                <a:latin typeface="Times New Roman"/>
                <a:cs typeface="Times New Roman"/>
              </a:rPr>
              <a:t>:</a:t>
            </a:r>
            <a:r>
              <a:rPr dirty="0" sz="2950" spc="-25" b="1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Open</a:t>
            </a:r>
            <a:r>
              <a:rPr dirty="0" sz="2950" spc="-25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Innovation</a:t>
            </a:r>
            <a:r>
              <a:rPr dirty="0" sz="2950" spc="-30">
                <a:latin typeface="Times New Roman"/>
                <a:cs typeface="Times New Roman"/>
              </a:rPr>
              <a:t> </a:t>
            </a:r>
            <a:r>
              <a:rPr dirty="0" sz="2950" spc="-10">
                <a:latin typeface="Times New Roman"/>
                <a:cs typeface="Times New Roman"/>
              </a:rPr>
              <a:t>(SDG-Alligned)</a:t>
            </a:r>
            <a:endParaRPr sz="2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2950">
              <a:latin typeface="Times New Roman"/>
              <a:cs typeface="Times New Roman"/>
            </a:endParaRPr>
          </a:p>
          <a:p>
            <a:pPr marL="50800" marR="518159">
              <a:lnSpc>
                <a:spcPts val="3529"/>
              </a:lnSpc>
            </a:pPr>
            <a:r>
              <a:rPr dirty="0" sz="2950" b="1">
                <a:latin typeface="Times New Roman"/>
                <a:cs typeface="Times New Roman"/>
              </a:rPr>
              <a:t>Problem</a:t>
            </a:r>
            <a:r>
              <a:rPr dirty="0" sz="2950" spc="-70" b="1">
                <a:latin typeface="Times New Roman"/>
                <a:cs typeface="Times New Roman"/>
              </a:rPr>
              <a:t> </a:t>
            </a:r>
            <a:r>
              <a:rPr dirty="0" sz="2950" b="1">
                <a:latin typeface="Times New Roman"/>
                <a:cs typeface="Times New Roman"/>
              </a:rPr>
              <a:t>Statement</a:t>
            </a:r>
            <a:r>
              <a:rPr dirty="0" sz="2950" spc="-114" b="1">
                <a:latin typeface="Times New Roman"/>
                <a:cs typeface="Times New Roman"/>
              </a:rPr>
              <a:t> </a:t>
            </a:r>
            <a:r>
              <a:rPr dirty="0" sz="2950" b="1">
                <a:latin typeface="Times New Roman"/>
                <a:cs typeface="Times New Roman"/>
              </a:rPr>
              <a:t>Title</a:t>
            </a:r>
            <a:r>
              <a:rPr dirty="0" sz="2950" spc="-70" b="1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-</a:t>
            </a:r>
            <a:r>
              <a:rPr dirty="0" sz="2950" spc="-65">
                <a:latin typeface="Times New Roman"/>
                <a:cs typeface="Times New Roman"/>
              </a:rPr>
              <a:t> </a:t>
            </a:r>
            <a:r>
              <a:rPr dirty="0" sz="2950" spc="-10">
                <a:latin typeface="Times New Roman"/>
                <a:cs typeface="Times New Roman"/>
              </a:rPr>
              <a:t>CortexKey: Brainwave</a:t>
            </a:r>
            <a:r>
              <a:rPr dirty="0" sz="2950" spc="-10">
                <a:latin typeface="Microsoft Sans Serif"/>
                <a:cs typeface="Microsoft Sans Serif"/>
              </a:rPr>
              <a:t>‑</a:t>
            </a:r>
            <a:r>
              <a:rPr dirty="0" sz="2950" spc="-10">
                <a:latin typeface="Times New Roman"/>
                <a:cs typeface="Times New Roman"/>
              </a:rPr>
              <a:t>Backed</a:t>
            </a:r>
            <a:r>
              <a:rPr dirty="0" sz="2950" spc="-140">
                <a:latin typeface="Times New Roman"/>
                <a:cs typeface="Times New Roman"/>
              </a:rPr>
              <a:t> </a:t>
            </a:r>
            <a:r>
              <a:rPr dirty="0" sz="2950" spc="-10">
                <a:latin typeface="Times New Roman"/>
                <a:cs typeface="Times New Roman"/>
              </a:rPr>
              <a:t>Authentication</a:t>
            </a:r>
            <a:endParaRPr sz="29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3390"/>
              </a:spcBef>
            </a:pPr>
            <a:r>
              <a:rPr dirty="0" sz="2950" spc="-35" b="1">
                <a:latin typeface="Times New Roman"/>
                <a:cs typeface="Times New Roman"/>
              </a:rPr>
              <a:t>Team</a:t>
            </a:r>
            <a:r>
              <a:rPr dirty="0" sz="2950" spc="-60" b="1">
                <a:latin typeface="Times New Roman"/>
                <a:cs typeface="Times New Roman"/>
              </a:rPr>
              <a:t> </a:t>
            </a:r>
            <a:r>
              <a:rPr dirty="0" sz="2950" b="1">
                <a:latin typeface="Times New Roman"/>
                <a:cs typeface="Times New Roman"/>
              </a:rPr>
              <a:t>Name</a:t>
            </a:r>
            <a:r>
              <a:rPr dirty="0" sz="2950" spc="-55" b="1">
                <a:latin typeface="Times New Roman"/>
                <a:cs typeface="Times New Roman"/>
              </a:rPr>
              <a:t> </a:t>
            </a:r>
            <a:r>
              <a:rPr dirty="0" sz="2950" b="1">
                <a:latin typeface="Times New Roman"/>
                <a:cs typeface="Times New Roman"/>
              </a:rPr>
              <a:t>:</a:t>
            </a:r>
            <a:r>
              <a:rPr dirty="0" sz="2950" spc="-55" b="1">
                <a:latin typeface="Times New Roman"/>
                <a:cs typeface="Times New Roman"/>
              </a:rPr>
              <a:t> </a:t>
            </a:r>
            <a:r>
              <a:rPr dirty="0" sz="2950" spc="-10">
                <a:latin typeface="Times New Roman"/>
                <a:cs typeface="Times New Roman"/>
              </a:rPr>
              <a:t>BlackHats</a:t>
            </a:r>
            <a:endParaRPr sz="2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950">
              <a:latin typeface="Times New Roman"/>
              <a:cs typeface="Times New Roman"/>
            </a:endParaRPr>
          </a:p>
          <a:p>
            <a:pPr marL="50800">
              <a:lnSpc>
                <a:spcPts val="3529"/>
              </a:lnSpc>
              <a:spcBef>
                <a:spcPts val="5"/>
              </a:spcBef>
            </a:pPr>
            <a:r>
              <a:rPr dirty="0" sz="2950" spc="-35" b="1">
                <a:latin typeface="Times New Roman"/>
                <a:cs typeface="Times New Roman"/>
              </a:rPr>
              <a:t>Team</a:t>
            </a:r>
            <a:r>
              <a:rPr dirty="0" sz="2950" spc="-105" b="1">
                <a:latin typeface="Times New Roman"/>
                <a:cs typeface="Times New Roman"/>
              </a:rPr>
              <a:t> </a:t>
            </a:r>
            <a:r>
              <a:rPr dirty="0" sz="2950" b="1">
                <a:latin typeface="Times New Roman"/>
                <a:cs typeface="Times New Roman"/>
              </a:rPr>
              <a:t>Details</a:t>
            </a:r>
            <a:r>
              <a:rPr dirty="0" sz="2950" spc="-100" b="1">
                <a:latin typeface="Times New Roman"/>
                <a:cs typeface="Times New Roman"/>
              </a:rPr>
              <a:t> </a:t>
            </a:r>
            <a:r>
              <a:rPr dirty="0" sz="2950" spc="-50" b="1">
                <a:latin typeface="Times New Roman"/>
                <a:cs typeface="Times New Roman"/>
              </a:rPr>
              <a:t>:</a:t>
            </a:r>
            <a:endParaRPr sz="2950">
              <a:latin typeface="Times New Roman"/>
              <a:cs typeface="Times New Roman"/>
            </a:endParaRPr>
          </a:p>
          <a:p>
            <a:pPr marL="688340" indent="-318135">
              <a:lnSpc>
                <a:spcPts val="3525"/>
              </a:lnSpc>
              <a:buAutoNum type="arabicPeriod"/>
              <a:tabLst>
                <a:tab pos="688340" algn="l"/>
              </a:tabLst>
            </a:pPr>
            <a:r>
              <a:rPr dirty="0" sz="2950">
                <a:latin typeface="Times New Roman"/>
                <a:cs typeface="Times New Roman"/>
              </a:rPr>
              <a:t>Devesh</a:t>
            </a:r>
            <a:r>
              <a:rPr dirty="0" sz="2950" spc="-10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CSD</a:t>
            </a:r>
            <a:r>
              <a:rPr dirty="0" sz="2950" spc="-5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2</a:t>
            </a:r>
            <a:r>
              <a:rPr dirty="0" baseline="39682" sz="2625">
                <a:latin typeface="Times New Roman"/>
                <a:cs typeface="Times New Roman"/>
              </a:rPr>
              <a:t>nd</a:t>
            </a:r>
            <a:r>
              <a:rPr dirty="0" baseline="39682" sz="2625" spc="427">
                <a:latin typeface="Times New Roman"/>
                <a:cs typeface="Times New Roman"/>
              </a:rPr>
              <a:t> </a:t>
            </a:r>
            <a:r>
              <a:rPr dirty="0" sz="2950" spc="-25">
                <a:latin typeface="Times New Roman"/>
                <a:cs typeface="Times New Roman"/>
              </a:rPr>
              <a:t>yr</a:t>
            </a:r>
            <a:endParaRPr sz="2950">
              <a:latin typeface="Times New Roman"/>
              <a:cs typeface="Times New Roman"/>
            </a:endParaRPr>
          </a:p>
          <a:p>
            <a:pPr marL="688340" indent="-318135">
              <a:lnSpc>
                <a:spcPts val="3525"/>
              </a:lnSpc>
              <a:buAutoNum type="arabicPeriod"/>
              <a:tabLst>
                <a:tab pos="688340" algn="l"/>
              </a:tabLst>
            </a:pPr>
            <a:r>
              <a:rPr dirty="0" sz="2950">
                <a:latin typeface="Times New Roman"/>
                <a:cs typeface="Times New Roman"/>
              </a:rPr>
              <a:t>Aditya</a:t>
            </a:r>
            <a:r>
              <a:rPr dirty="0" sz="2950" spc="-15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CSD</a:t>
            </a:r>
            <a:r>
              <a:rPr dirty="0" sz="2950" spc="-15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2</a:t>
            </a:r>
            <a:r>
              <a:rPr dirty="0" baseline="39682" sz="2625">
                <a:latin typeface="Times New Roman"/>
                <a:cs typeface="Times New Roman"/>
              </a:rPr>
              <a:t>nd</a:t>
            </a:r>
            <a:r>
              <a:rPr dirty="0" baseline="39682" sz="2625" spc="427">
                <a:latin typeface="Times New Roman"/>
                <a:cs typeface="Times New Roman"/>
              </a:rPr>
              <a:t> </a:t>
            </a:r>
            <a:r>
              <a:rPr dirty="0" sz="2950" spc="-25">
                <a:latin typeface="Times New Roman"/>
                <a:cs typeface="Times New Roman"/>
              </a:rPr>
              <a:t>yr</a:t>
            </a:r>
            <a:endParaRPr sz="2950">
              <a:latin typeface="Times New Roman"/>
              <a:cs typeface="Times New Roman"/>
            </a:endParaRPr>
          </a:p>
          <a:p>
            <a:pPr marL="688340" indent="-318135">
              <a:lnSpc>
                <a:spcPts val="3525"/>
              </a:lnSpc>
              <a:buAutoNum type="arabicPeriod"/>
              <a:tabLst>
                <a:tab pos="688340" algn="l"/>
              </a:tabLst>
            </a:pPr>
            <a:r>
              <a:rPr dirty="0" sz="2950">
                <a:latin typeface="Times New Roman"/>
                <a:cs typeface="Times New Roman"/>
              </a:rPr>
              <a:t>Sadaf</a:t>
            </a:r>
            <a:r>
              <a:rPr dirty="0" sz="2950" spc="-15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CSE</a:t>
            </a:r>
            <a:r>
              <a:rPr dirty="0" sz="2950" spc="-10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1</a:t>
            </a:r>
            <a:r>
              <a:rPr dirty="0" baseline="39682" sz="2625">
                <a:latin typeface="Times New Roman"/>
                <a:cs typeface="Times New Roman"/>
              </a:rPr>
              <a:t>st</a:t>
            </a:r>
            <a:r>
              <a:rPr dirty="0" baseline="39682" sz="2625" spc="427">
                <a:latin typeface="Times New Roman"/>
                <a:cs typeface="Times New Roman"/>
              </a:rPr>
              <a:t> </a:t>
            </a:r>
            <a:r>
              <a:rPr dirty="0" sz="2950" spc="-25">
                <a:latin typeface="Times New Roman"/>
                <a:cs typeface="Times New Roman"/>
              </a:rPr>
              <a:t>yr</a:t>
            </a:r>
            <a:endParaRPr sz="2950">
              <a:latin typeface="Times New Roman"/>
              <a:cs typeface="Times New Roman"/>
            </a:endParaRPr>
          </a:p>
          <a:p>
            <a:pPr marL="688340" indent="-318135">
              <a:lnSpc>
                <a:spcPts val="3535"/>
              </a:lnSpc>
              <a:buAutoNum type="arabicPeriod"/>
              <a:tabLst>
                <a:tab pos="688340" algn="l"/>
              </a:tabLst>
            </a:pPr>
            <a:r>
              <a:rPr dirty="0" sz="2950">
                <a:latin typeface="Times New Roman"/>
                <a:cs typeface="Times New Roman"/>
              </a:rPr>
              <a:t>Abhinav</a:t>
            </a:r>
            <a:r>
              <a:rPr dirty="0" sz="2950" spc="-15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CSE</a:t>
            </a:r>
            <a:r>
              <a:rPr dirty="0" sz="2950" spc="-10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1</a:t>
            </a:r>
            <a:r>
              <a:rPr dirty="0" baseline="39682" sz="2625">
                <a:latin typeface="Times New Roman"/>
                <a:cs typeface="Times New Roman"/>
              </a:rPr>
              <a:t>st</a:t>
            </a:r>
            <a:r>
              <a:rPr dirty="0" baseline="39682" sz="2625" spc="427">
                <a:latin typeface="Times New Roman"/>
                <a:cs typeface="Times New Roman"/>
              </a:rPr>
              <a:t> </a:t>
            </a:r>
            <a:r>
              <a:rPr dirty="0" sz="2950" spc="-25">
                <a:latin typeface="Times New Roman"/>
                <a:cs typeface="Times New Roman"/>
              </a:rPr>
              <a:t>yr</a:t>
            </a:r>
            <a:endParaRPr sz="2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73182" y="599429"/>
            <a:ext cx="4008754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98650" algn="l"/>
              </a:tabLst>
            </a:pPr>
            <a:r>
              <a:rPr dirty="0" spc="-20"/>
              <a:t>IDEA</a:t>
            </a:r>
            <a:r>
              <a:rPr dirty="0"/>
              <a:t>	</a:t>
            </a:r>
            <a:r>
              <a:rPr dirty="0" spc="-10"/>
              <a:t>TITLE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475612" y="359319"/>
            <a:ext cx="1916430" cy="1248410"/>
          </a:xfrm>
          <a:custGeom>
            <a:avLst/>
            <a:gdLst/>
            <a:ahLst/>
            <a:cxnLst/>
            <a:rect l="l" t="t" r="r" b="b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0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4" y="306069"/>
                </a:lnTo>
                <a:lnTo>
                  <a:pt x="161972" y="275589"/>
                </a:lnTo>
                <a:lnTo>
                  <a:pt x="193811" y="246379"/>
                </a:lnTo>
                <a:lnTo>
                  <a:pt x="228061" y="218439"/>
                </a:lnTo>
                <a:lnTo>
                  <a:pt x="264617" y="193039"/>
                </a:lnTo>
                <a:lnTo>
                  <a:pt x="303368" y="167639"/>
                </a:lnTo>
                <a:lnTo>
                  <a:pt x="344208" y="143509"/>
                </a:lnTo>
                <a:lnTo>
                  <a:pt x="387029" y="121919"/>
                </a:lnTo>
                <a:lnTo>
                  <a:pt x="431723" y="101599"/>
                </a:lnTo>
                <a:lnTo>
                  <a:pt x="478181" y="82549"/>
                </a:lnTo>
                <a:lnTo>
                  <a:pt x="526297" y="66039"/>
                </a:lnTo>
                <a:lnTo>
                  <a:pt x="575962" y="50799"/>
                </a:lnTo>
                <a:lnTo>
                  <a:pt x="627068" y="38099"/>
                </a:lnTo>
                <a:lnTo>
                  <a:pt x="679507" y="26669"/>
                </a:lnTo>
                <a:lnTo>
                  <a:pt x="733172" y="16509"/>
                </a:lnTo>
                <a:lnTo>
                  <a:pt x="787954" y="8889"/>
                </a:lnTo>
                <a:lnTo>
                  <a:pt x="843746" y="3809"/>
                </a:lnTo>
                <a:lnTo>
                  <a:pt x="900440" y="0"/>
                </a:lnTo>
                <a:lnTo>
                  <a:pt x="1015415" y="0"/>
                </a:lnTo>
                <a:lnTo>
                  <a:pt x="1072109" y="3809"/>
                </a:lnTo>
                <a:lnTo>
                  <a:pt x="1127901" y="8889"/>
                </a:lnTo>
                <a:lnTo>
                  <a:pt x="1182683" y="16509"/>
                </a:lnTo>
                <a:lnTo>
                  <a:pt x="1192370" y="19049"/>
                </a:lnTo>
                <a:lnTo>
                  <a:pt x="957928" y="19049"/>
                </a:lnTo>
                <a:lnTo>
                  <a:pt x="957928" y="38099"/>
                </a:lnTo>
                <a:lnTo>
                  <a:pt x="898867" y="38099"/>
                </a:lnTo>
                <a:lnTo>
                  <a:pt x="840906" y="41909"/>
                </a:lnTo>
                <a:lnTo>
                  <a:pt x="784146" y="48259"/>
                </a:lnTo>
                <a:lnTo>
                  <a:pt x="728685" y="55879"/>
                </a:lnTo>
                <a:lnTo>
                  <a:pt x="674623" y="66039"/>
                </a:lnTo>
                <a:lnTo>
                  <a:pt x="622059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3" y="321309"/>
                </a:lnTo>
                <a:lnTo>
                  <a:pt x="144231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2" y="605789"/>
                </a:lnTo>
                <a:lnTo>
                  <a:pt x="5595" y="610869"/>
                </a:lnTo>
                <a:lnTo>
                  <a:pt x="1502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7" y="1210309"/>
                </a:moveTo>
                <a:lnTo>
                  <a:pt x="957928" y="1210309"/>
                </a:lnTo>
                <a:lnTo>
                  <a:pt x="1016989" y="1209039"/>
                </a:lnTo>
                <a:lnTo>
                  <a:pt x="1074950" y="1205229"/>
                </a:lnTo>
                <a:lnTo>
                  <a:pt x="1131710" y="1200149"/>
                </a:lnTo>
                <a:lnTo>
                  <a:pt x="1187170" y="1192529"/>
                </a:lnTo>
                <a:lnTo>
                  <a:pt x="1241232" y="1182369"/>
                </a:lnTo>
                <a:lnTo>
                  <a:pt x="1293797" y="1169669"/>
                </a:lnTo>
                <a:lnTo>
                  <a:pt x="1344764" y="1155699"/>
                </a:lnTo>
                <a:lnTo>
                  <a:pt x="1394035" y="1140459"/>
                </a:lnTo>
                <a:lnTo>
                  <a:pt x="1441510" y="1122679"/>
                </a:lnTo>
                <a:lnTo>
                  <a:pt x="1487091" y="1103629"/>
                </a:lnTo>
                <a:lnTo>
                  <a:pt x="1530678" y="1082039"/>
                </a:lnTo>
                <a:lnTo>
                  <a:pt x="1572172" y="1060449"/>
                </a:lnTo>
                <a:lnTo>
                  <a:pt x="1611473" y="1036319"/>
                </a:lnTo>
                <a:lnTo>
                  <a:pt x="1648483" y="1010919"/>
                </a:lnTo>
                <a:lnTo>
                  <a:pt x="1683103" y="984249"/>
                </a:lnTo>
                <a:lnTo>
                  <a:pt x="1715232" y="956309"/>
                </a:lnTo>
                <a:lnTo>
                  <a:pt x="1744772" y="927099"/>
                </a:lnTo>
                <a:lnTo>
                  <a:pt x="1771624" y="896619"/>
                </a:lnTo>
                <a:lnTo>
                  <a:pt x="1795689" y="864869"/>
                </a:lnTo>
                <a:lnTo>
                  <a:pt x="1816867" y="833119"/>
                </a:lnTo>
                <a:lnTo>
                  <a:pt x="1850165" y="765809"/>
                </a:lnTo>
                <a:lnTo>
                  <a:pt x="1870726" y="695959"/>
                </a:lnTo>
                <a:lnTo>
                  <a:pt x="1877756" y="623569"/>
                </a:lnTo>
                <a:lnTo>
                  <a:pt x="1875983" y="588009"/>
                </a:lnTo>
                <a:lnTo>
                  <a:pt x="1862091" y="516889"/>
                </a:lnTo>
                <a:lnTo>
                  <a:pt x="1835067" y="448309"/>
                </a:lnTo>
                <a:lnTo>
                  <a:pt x="1795704" y="382269"/>
                </a:lnTo>
                <a:lnTo>
                  <a:pt x="1771643" y="351789"/>
                </a:lnTo>
                <a:lnTo>
                  <a:pt x="1744795" y="321309"/>
                </a:lnTo>
                <a:lnTo>
                  <a:pt x="1715258" y="292099"/>
                </a:lnTo>
                <a:lnTo>
                  <a:pt x="1683132" y="264159"/>
                </a:lnTo>
                <a:lnTo>
                  <a:pt x="1648516" y="237489"/>
                </a:lnTo>
                <a:lnTo>
                  <a:pt x="1611509" y="212089"/>
                </a:lnTo>
                <a:lnTo>
                  <a:pt x="1572210" y="187959"/>
                </a:lnTo>
                <a:lnTo>
                  <a:pt x="1530718" y="165099"/>
                </a:lnTo>
                <a:lnTo>
                  <a:pt x="1487132" y="144779"/>
                </a:lnTo>
                <a:lnTo>
                  <a:pt x="1441552" y="125729"/>
                </a:lnTo>
                <a:lnTo>
                  <a:pt x="1394077" y="107949"/>
                </a:lnTo>
                <a:lnTo>
                  <a:pt x="1344805" y="91439"/>
                </a:lnTo>
                <a:lnTo>
                  <a:pt x="1293835" y="77469"/>
                </a:lnTo>
                <a:lnTo>
                  <a:pt x="1241268" y="66039"/>
                </a:lnTo>
                <a:lnTo>
                  <a:pt x="1187202" y="55879"/>
                </a:lnTo>
                <a:lnTo>
                  <a:pt x="1131735" y="48259"/>
                </a:lnTo>
                <a:lnTo>
                  <a:pt x="1074968" y="41909"/>
                </a:lnTo>
                <a:lnTo>
                  <a:pt x="1016999" y="38099"/>
                </a:lnTo>
                <a:lnTo>
                  <a:pt x="957928" y="38099"/>
                </a:lnTo>
                <a:lnTo>
                  <a:pt x="957928" y="19049"/>
                </a:lnTo>
                <a:lnTo>
                  <a:pt x="1192370" y="19049"/>
                </a:lnTo>
                <a:lnTo>
                  <a:pt x="1236348" y="26669"/>
                </a:lnTo>
                <a:lnTo>
                  <a:pt x="1288787" y="38099"/>
                </a:lnTo>
                <a:lnTo>
                  <a:pt x="1339893" y="50799"/>
                </a:lnTo>
                <a:lnTo>
                  <a:pt x="1389557" y="66039"/>
                </a:lnTo>
                <a:lnTo>
                  <a:pt x="1437673" y="82549"/>
                </a:lnTo>
                <a:lnTo>
                  <a:pt x="1484132" y="101599"/>
                </a:lnTo>
                <a:lnTo>
                  <a:pt x="1528825" y="121919"/>
                </a:lnTo>
                <a:lnTo>
                  <a:pt x="1571646" y="143509"/>
                </a:lnTo>
                <a:lnTo>
                  <a:pt x="1612487" y="167639"/>
                </a:lnTo>
                <a:lnTo>
                  <a:pt x="1651238" y="193039"/>
                </a:lnTo>
                <a:lnTo>
                  <a:pt x="1687794" y="218439"/>
                </a:lnTo>
                <a:lnTo>
                  <a:pt x="1722044" y="246379"/>
                </a:lnTo>
                <a:lnTo>
                  <a:pt x="1753883" y="275589"/>
                </a:lnTo>
                <a:lnTo>
                  <a:pt x="1783201" y="306069"/>
                </a:lnTo>
                <a:lnTo>
                  <a:pt x="1809892" y="336549"/>
                </a:lnTo>
                <a:lnTo>
                  <a:pt x="1833846" y="369569"/>
                </a:lnTo>
                <a:lnTo>
                  <a:pt x="1854956" y="403859"/>
                </a:lnTo>
                <a:lnTo>
                  <a:pt x="1873115" y="438149"/>
                </a:lnTo>
                <a:lnTo>
                  <a:pt x="1888214" y="473709"/>
                </a:lnTo>
                <a:lnTo>
                  <a:pt x="1908802" y="547369"/>
                </a:lnTo>
                <a:lnTo>
                  <a:pt x="1914075" y="585469"/>
                </a:lnTo>
                <a:lnTo>
                  <a:pt x="1915856" y="623569"/>
                </a:lnTo>
                <a:lnTo>
                  <a:pt x="1914190" y="660399"/>
                </a:lnTo>
                <a:lnTo>
                  <a:pt x="1914075" y="662939"/>
                </a:lnTo>
                <a:lnTo>
                  <a:pt x="1908802" y="701039"/>
                </a:lnTo>
                <a:lnTo>
                  <a:pt x="1888214" y="774699"/>
                </a:lnTo>
                <a:lnTo>
                  <a:pt x="1873115" y="810259"/>
                </a:lnTo>
                <a:lnTo>
                  <a:pt x="1854956" y="844549"/>
                </a:lnTo>
                <a:lnTo>
                  <a:pt x="1833846" y="877569"/>
                </a:lnTo>
                <a:lnTo>
                  <a:pt x="1809892" y="910589"/>
                </a:lnTo>
                <a:lnTo>
                  <a:pt x="1783201" y="942339"/>
                </a:lnTo>
                <a:lnTo>
                  <a:pt x="1753883" y="972819"/>
                </a:lnTo>
                <a:lnTo>
                  <a:pt x="1722044" y="1000759"/>
                </a:lnTo>
                <a:lnTo>
                  <a:pt x="1687794" y="1028699"/>
                </a:lnTo>
                <a:lnTo>
                  <a:pt x="1651238" y="1055369"/>
                </a:lnTo>
                <a:lnTo>
                  <a:pt x="1612487" y="1080769"/>
                </a:lnTo>
                <a:lnTo>
                  <a:pt x="1571646" y="1103629"/>
                </a:lnTo>
                <a:lnTo>
                  <a:pt x="1528825" y="1125219"/>
                </a:lnTo>
                <a:lnTo>
                  <a:pt x="1484132" y="1145539"/>
                </a:lnTo>
                <a:lnTo>
                  <a:pt x="1437673" y="1164589"/>
                </a:lnTo>
                <a:lnTo>
                  <a:pt x="1389557" y="1181099"/>
                </a:lnTo>
                <a:lnTo>
                  <a:pt x="1339893" y="1196339"/>
                </a:lnTo>
                <a:lnTo>
                  <a:pt x="1288787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2" y="641349"/>
                </a:lnTo>
                <a:lnTo>
                  <a:pt x="5595" y="637539"/>
                </a:lnTo>
                <a:lnTo>
                  <a:pt x="1502" y="631189"/>
                </a:lnTo>
                <a:lnTo>
                  <a:pt x="0" y="623569"/>
                </a:lnTo>
                <a:lnTo>
                  <a:pt x="1502" y="615949"/>
                </a:lnTo>
                <a:lnTo>
                  <a:pt x="5595" y="610869"/>
                </a:lnTo>
                <a:lnTo>
                  <a:pt x="11652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3" y="610869"/>
                </a:lnTo>
                <a:lnTo>
                  <a:pt x="36596" y="615949"/>
                </a:lnTo>
                <a:lnTo>
                  <a:pt x="38099" y="623569"/>
                </a:lnTo>
                <a:lnTo>
                  <a:pt x="36596" y="631189"/>
                </a:lnTo>
                <a:lnTo>
                  <a:pt x="32503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099" y="623569"/>
                </a:moveTo>
                <a:lnTo>
                  <a:pt x="36596" y="615949"/>
                </a:lnTo>
                <a:lnTo>
                  <a:pt x="32503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099" y="623569"/>
                </a:lnTo>
                <a:close/>
              </a:path>
              <a:path w="1916430" h="1248410">
                <a:moveTo>
                  <a:pt x="957928" y="1248409"/>
                </a:moveTo>
                <a:lnTo>
                  <a:pt x="900440" y="1247139"/>
                </a:lnTo>
                <a:lnTo>
                  <a:pt x="843746" y="1244599"/>
                </a:lnTo>
                <a:lnTo>
                  <a:pt x="787954" y="1238249"/>
                </a:lnTo>
                <a:lnTo>
                  <a:pt x="733172" y="1230629"/>
                </a:lnTo>
                <a:lnTo>
                  <a:pt x="679507" y="1221739"/>
                </a:lnTo>
                <a:lnTo>
                  <a:pt x="627068" y="1210309"/>
                </a:lnTo>
                <a:lnTo>
                  <a:pt x="575962" y="1196339"/>
                </a:lnTo>
                <a:lnTo>
                  <a:pt x="526297" y="1181099"/>
                </a:lnTo>
                <a:lnTo>
                  <a:pt x="478181" y="1164589"/>
                </a:lnTo>
                <a:lnTo>
                  <a:pt x="431723" y="1145539"/>
                </a:lnTo>
                <a:lnTo>
                  <a:pt x="387029" y="1125219"/>
                </a:lnTo>
                <a:lnTo>
                  <a:pt x="344208" y="1103629"/>
                </a:lnTo>
                <a:lnTo>
                  <a:pt x="303368" y="1080769"/>
                </a:lnTo>
                <a:lnTo>
                  <a:pt x="264617" y="1055369"/>
                </a:lnTo>
                <a:lnTo>
                  <a:pt x="228061" y="1028699"/>
                </a:lnTo>
                <a:lnTo>
                  <a:pt x="193811" y="1000759"/>
                </a:lnTo>
                <a:lnTo>
                  <a:pt x="161972" y="972819"/>
                </a:lnTo>
                <a:lnTo>
                  <a:pt x="132654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0" y="810259"/>
                </a:lnTo>
                <a:lnTo>
                  <a:pt x="27641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2" y="631189"/>
                </a:lnTo>
                <a:lnTo>
                  <a:pt x="5595" y="637539"/>
                </a:lnTo>
                <a:lnTo>
                  <a:pt x="11652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1" y="896619"/>
                </a:lnTo>
                <a:lnTo>
                  <a:pt x="171083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59" y="1169669"/>
                </a:lnTo>
                <a:lnTo>
                  <a:pt x="674623" y="1182369"/>
                </a:lnTo>
                <a:lnTo>
                  <a:pt x="728685" y="1192529"/>
                </a:lnTo>
                <a:lnTo>
                  <a:pt x="784146" y="1200149"/>
                </a:lnTo>
                <a:lnTo>
                  <a:pt x="840906" y="1205229"/>
                </a:lnTo>
                <a:lnTo>
                  <a:pt x="898867" y="1209039"/>
                </a:lnTo>
                <a:lnTo>
                  <a:pt x="957928" y="1210309"/>
                </a:lnTo>
                <a:lnTo>
                  <a:pt x="1287879" y="1210309"/>
                </a:lnTo>
                <a:lnTo>
                  <a:pt x="1236348" y="1221739"/>
                </a:lnTo>
                <a:lnTo>
                  <a:pt x="1192353" y="1229359"/>
                </a:lnTo>
                <a:lnTo>
                  <a:pt x="957928" y="1229359"/>
                </a:lnTo>
                <a:lnTo>
                  <a:pt x="957928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3" y="637539"/>
                </a:lnTo>
                <a:lnTo>
                  <a:pt x="36596" y="631189"/>
                </a:lnTo>
                <a:lnTo>
                  <a:pt x="38099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8" y="1248409"/>
                </a:moveTo>
                <a:lnTo>
                  <a:pt x="957928" y="1229359"/>
                </a:lnTo>
                <a:lnTo>
                  <a:pt x="1192353" y="1229359"/>
                </a:lnTo>
                <a:lnTo>
                  <a:pt x="1127901" y="1238249"/>
                </a:lnTo>
                <a:lnTo>
                  <a:pt x="1072109" y="1244599"/>
                </a:lnTo>
                <a:lnTo>
                  <a:pt x="1015415" y="1247139"/>
                </a:lnTo>
                <a:lnTo>
                  <a:pt x="957928" y="1248409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758931" y="708569"/>
            <a:ext cx="134937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Blackhats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75366" y="1856316"/>
            <a:ext cx="17118965" cy="7123430"/>
            <a:chOff x="475366" y="1856316"/>
            <a:chExt cx="17118965" cy="7123430"/>
          </a:xfrm>
        </p:grpSpPr>
        <p:sp>
          <p:nvSpPr>
            <p:cNvPr id="6" name="object 6" descr=""/>
            <p:cNvSpPr/>
            <p:nvPr/>
          </p:nvSpPr>
          <p:spPr>
            <a:xfrm>
              <a:off x="494414" y="1875368"/>
              <a:ext cx="10489565" cy="7085330"/>
            </a:xfrm>
            <a:custGeom>
              <a:avLst/>
              <a:gdLst/>
              <a:ahLst/>
              <a:cxnLst/>
              <a:rect l="l" t="t" r="r" b="b"/>
              <a:pathLst>
                <a:path w="10489565" h="7085330">
                  <a:moveTo>
                    <a:pt x="10004817" y="7085155"/>
                  </a:moveTo>
                  <a:lnTo>
                    <a:pt x="485776" y="7085155"/>
                  </a:lnTo>
                  <a:lnTo>
                    <a:pt x="437763" y="7082765"/>
                  </a:lnTo>
                  <a:lnTo>
                    <a:pt x="390563" y="7075722"/>
                  </a:lnTo>
                  <a:lnTo>
                    <a:pt x="344495" y="7064145"/>
                  </a:lnTo>
                  <a:lnTo>
                    <a:pt x="299877" y="7048165"/>
                  </a:lnTo>
                  <a:lnTo>
                    <a:pt x="257028" y="7027916"/>
                  </a:lnTo>
                  <a:lnTo>
                    <a:pt x="216266" y="7003527"/>
                  </a:lnTo>
                  <a:lnTo>
                    <a:pt x="177910" y="6975132"/>
                  </a:lnTo>
                  <a:lnTo>
                    <a:pt x="142278" y="6942861"/>
                  </a:lnTo>
                  <a:lnTo>
                    <a:pt x="110010" y="6907238"/>
                  </a:lnTo>
                  <a:lnTo>
                    <a:pt x="81615" y="6868888"/>
                  </a:lnTo>
                  <a:lnTo>
                    <a:pt x="57227" y="6828130"/>
                  </a:lnTo>
                  <a:lnTo>
                    <a:pt x="36978" y="6785283"/>
                  </a:lnTo>
                  <a:lnTo>
                    <a:pt x="20998" y="6740666"/>
                  </a:lnTo>
                  <a:lnTo>
                    <a:pt x="9421" y="6694597"/>
                  </a:lnTo>
                  <a:lnTo>
                    <a:pt x="2378" y="6647396"/>
                  </a:lnTo>
                  <a:lnTo>
                    <a:pt x="0" y="6599382"/>
                  </a:lnTo>
                  <a:lnTo>
                    <a:pt x="0" y="485773"/>
                  </a:lnTo>
                  <a:lnTo>
                    <a:pt x="2378" y="437761"/>
                  </a:lnTo>
                  <a:lnTo>
                    <a:pt x="9421" y="390561"/>
                  </a:lnTo>
                  <a:lnTo>
                    <a:pt x="20998" y="344493"/>
                  </a:lnTo>
                  <a:lnTo>
                    <a:pt x="36978" y="299876"/>
                  </a:lnTo>
                  <a:lnTo>
                    <a:pt x="57227" y="257027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78" y="142279"/>
                  </a:lnTo>
                  <a:lnTo>
                    <a:pt x="177910" y="110010"/>
                  </a:lnTo>
                  <a:lnTo>
                    <a:pt x="216266" y="81616"/>
                  </a:lnTo>
                  <a:lnTo>
                    <a:pt x="257028" y="57227"/>
                  </a:lnTo>
                  <a:lnTo>
                    <a:pt x="299877" y="36977"/>
                  </a:lnTo>
                  <a:lnTo>
                    <a:pt x="344495" y="20997"/>
                  </a:lnTo>
                  <a:lnTo>
                    <a:pt x="390563" y="9419"/>
                  </a:lnTo>
                  <a:lnTo>
                    <a:pt x="437763" y="2376"/>
                  </a:lnTo>
                  <a:lnTo>
                    <a:pt x="485776" y="0"/>
                  </a:lnTo>
                  <a:lnTo>
                    <a:pt x="10004817" y="0"/>
                  </a:lnTo>
                  <a:lnTo>
                    <a:pt x="10052831" y="2376"/>
                  </a:lnTo>
                  <a:lnTo>
                    <a:pt x="10100032" y="9419"/>
                  </a:lnTo>
                  <a:lnTo>
                    <a:pt x="10146101" y="20997"/>
                  </a:lnTo>
                  <a:lnTo>
                    <a:pt x="10190718" y="36977"/>
                  </a:lnTo>
                  <a:lnTo>
                    <a:pt x="10233565" y="57227"/>
                  </a:lnTo>
                  <a:lnTo>
                    <a:pt x="10274323" y="81616"/>
                  </a:lnTo>
                  <a:lnTo>
                    <a:pt x="10312673" y="110010"/>
                  </a:lnTo>
                  <a:lnTo>
                    <a:pt x="10348296" y="142279"/>
                  </a:lnTo>
                  <a:lnTo>
                    <a:pt x="10380567" y="177911"/>
                  </a:lnTo>
                  <a:lnTo>
                    <a:pt x="10408962" y="216266"/>
                  </a:lnTo>
                  <a:lnTo>
                    <a:pt x="10433351" y="257027"/>
                  </a:lnTo>
                  <a:lnTo>
                    <a:pt x="10453601" y="299876"/>
                  </a:lnTo>
                  <a:lnTo>
                    <a:pt x="10469580" y="344493"/>
                  </a:lnTo>
                  <a:lnTo>
                    <a:pt x="10481157" y="390561"/>
                  </a:lnTo>
                  <a:lnTo>
                    <a:pt x="10488200" y="437761"/>
                  </a:lnTo>
                  <a:lnTo>
                    <a:pt x="10489350" y="461004"/>
                  </a:lnTo>
                  <a:lnTo>
                    <a:pt x="10489350" y="6624151"/>
                  </a:lnTo>
                  <a:lnTo>
                    <a:pt x="10481157" y="6694597"/>
                  </a:lnTo>
                  <a:lnTo>
                    <a:pt x="10469580" y="6740666"/>
                  </a:lnTo>
                  <a:lnTo>
                    <a:pt x="10453601" y="6785283"/>
                  </a:lnTo>
                  <a:lnTo>
                    <a:pt x="10433351" y="6828130"/>
                  </a:lnTo>
                  <a:lnTo>
                    <a:pt x="10408962" y="6868888"/>
                  </a:lnTo>
                  <a:lnTo>
                    <a:pt x="10380567" y="6907238"/>
                  </a:lnTo>
                  <a:lnTo>
                    <a:pt x="10348296" y="6942861"/>
                  </a:lnTo>
                  <a:lnTo>
                    <a:pt x="10312673" y="6975132"/>
                  </a:lnTo>
                  <a:lnTo>
                    <a:pt x="10274323" y="7003527"/>
                  </a:lnTo>
                  <a:lnTo>
                    <a:pt x="10233565" y="7027916"/>
                  </a:lnTo>
                  <a:lnTo>
                    <a:pt x="10190718" y="7048165"/>
                  </a:lnTo>
                  <a:lnTo>
                    <a:pt x="10146101" y="7064145"/>
                  </a:lnTo>
                  <a:lnTo>
                    <a:pt x="10100032" y="7075722"/>
                  </a:lnTo>
                  <a:lnTo>
                    <a:pt x="10052831" y="7082765"/>
                  </a:lnTo>
                  <a:lnTo>
                    <a:pt x="10004817" y="7085155"/>
                  </a:lnTo>
                  <a:close/>
                </a:path>
              </a:pathLst>
            </a:custGeom>
            <a:solidFill>
              <a:srgbClr val="C1DF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94416" y="1875366"/>
              <a:ext cx="10487025" cy="7085330"/>
            </a:xfrm>
            <a:custGeom>
              <a:avLst/>
              <a:gdLst/>
              <a:ahLst/>
              <a:cxnLst/>
              <a:rect l="l" t="t" r="r" b="b"/>
              <a:pathLst>
                <a:path w="10487025" h="7085330">
                  <a:moveTo>
                    <a:pt x="10487010" y="6654488"/>
                  </a:moveTo>
                  <a:lnTo>
                    <a:pt x="10481035" y="6694530"/>
                  </a:lnTo>
                  <a:lnTo>
                    <a:pt x="10469457" y="6740597"/>
                  </a:lnTo>
                  <a:lnTo>
                    <a:pt x="10453477" y="6785212"/>
                  </a:lnTo>
                  <a:lnTo>
                    <a:pt x="10433226" y="6828059"/>
                  </a:lnTo>
                  <a:lnTo>
                    <a:pt x="10408835" y="6868821"/>
                  </a:lnTo>
                  <a:lnTo>
                    <a:pt x="10380435" y="6907179"/>
                  </a:lnTo>
                  <a:lnTo>
                    <a:pt x="10348156" y="6942816"/>
                  </a:lnTo>
                  <a:lnTo>
                    <a:pt x="10312533" y="6975077"/>
                  </a:lnTo>
                  <a:lnTo>
                    <a:pt x="10274187" y="7003465"/>
                  </a:lnTo>
                  <a:lnTo>
                    <a:pt x="10233434" y="7027850"/>
                  </a:lnTo>
                  <a:lnTo>
                    <a:pt x="10190592" y="7048099"/>
                  </a:lnTo>
                  <a:lnTo>
                    <a:pt x="10145977" y="7064080"/>
                  </a:lnTo>
                  <a:lnTo>
                    <a:pt x="10099909" y="7075659"/>
                  </a:lnTo>
                  <a:lnTo>
                    <a:pt x="10052703" y="7082705"/>
                  </a:lnTo>
                  <a:lnTo>
                    <a:pt x="10004679" y="7085082"/>
                  </a:lnTo>
                  <a:lnTo>
                    <a:pt x="485768" y="7085082"/>
                  </a:lnTo>
                  <a:lnTo>
                    <a:pt x="437756" y="7082705"/>
                  </a:lnTo>
                  <a:lnTo>
                    <a:pt x="390557" y="7075663"/>
                  </a:lnTo>
                  <a:lnTo>
                    <a:pt x="344490" y="7064086"/>
                  </a:lnTo>
                  <a:lnTo>
                    <a:pt x="299873" y="7048107"/>
                  </a:lnTo>
                  <a:lnTo>
                    <a:pt x="257025" y="7027857"/>
                  </a:lnTo>
                  <a:lnTo>
                    <a:pt x="216265" y="7003469"/>
                  </a:lnTo>
                  <a:lnTo>
                    <a:pt x="177911" y="6975075"/>
                  </a:lnTo>
                  <a:lnTo>
                    <a:pt x="142282" y="6942806"/>
                  </a:lnTo>
                  <a:lnTo>
                    <a:pt x="110013" y="6907176"/>
                  </a:lnTo>
                  <a:lnTo>
                    <a:pt x="81618" y="6868823"/>
                  </a:lnTo>
                  <a:lnTo>
                    <a:pt x="57229" y="6828063"/>
                  </a:lnTo>
                  <a:lnTo>
                    <a:pt x="36978" y="6785215"/>
                  </a:lnTo>
                  <a:lnTo>
                    <a:pt x="20997" y="6740599"/>
                  </a:lnTo>
                  <a:lnTo>
                    <a:pt x="9419" y="6694531"/>
                  </a:lnTo>
                  <a:lnTo>
                    <a:pt x="2376" y="6647331"/>
                  </a:lnTo>
                  <a:lnTo>
                    <a:pt x="0" y="6599319"/>
                  </a:lnTo>
                  <a:lnTo>
                    <a:pt x="0" y="485795"/>
                  </a:lnTo>
                  <a:lnTo>
                    <a:pt x="2377" y="437783"/>
                  </a:lnTo>
                  <a:lnTo>
                    <a:pt x="9420" y="390584"/>
                  </a:lnTo>
                  <a:lnTo>
                    <a:pt x="20997" y="344517"/>
                  </a:lnTo>
                  <a:lnTo>
                    <a:pt x="36977" y="299900"/>
                  </a:lnTo>
                  <a:lnTo>
                    <a:pt x="57226" y="257052"/>
                  </a:lnTo>
                  <a:lnTo>
                    <a:pt x="81614" y="216291"/>
                  </a:lnTo>
                  <a:lnTo>
                    <a:pt x="110009" y="177936"/>
                  </a:lnTo>
                  <a:lnTo>
                    <a:pt x="142277" y="142305"/>
                  </a:lnTo>
                  <a:lnTo>
                    <a:pt x="177908" y="110035"/>
                  </a:lnTo>
                  <a:lnTo>
                    <a:pt x="216263" y="81641"/>
                  </a:lnTo>
                  <a:lnTo>
                    <a:pt x="257024" y="57253"/>
                  </a:lnTo>
                  <a:lnTo>
                    <a:pt x="299872" y="37003"/>
                  </a:lnTo>
                  <a:lnTo>
                    <a:pt x="344490" y="21024"/>
                  </a:lnTo>
                  <a:lnTo>
                    <a:pt x="390557" y="9447"/>
                  </a:lnTo>
                  <a:lnTo>
                    <a:pt x="437756" y="2404"/>
                  </a:lnTo>
                  <a:lnTo>
                    <a:pt x="485768" y="0"/>
                  </a:lnTo>
                  <a:lnTo>
                    <a:pt x="10004679" y="0"/>
                  </a:lnTo>
                  <a:lnTo>
                    <a:pt x="10052703" y="2405"/>
                  </a:lnTo>
                  <a:lnTo>
                    <a:pt x="10099908" y="9451"/>
                  </a:lnTo>
                  <a:lnTo>
                    <a:pt x="10145977" y="21032"/>
                  </a:lnTo>
                  <a:lnTo>
                    <a:pt x="10190591" y="37013"/>
                  </a:lnTo>
                  <a:lnTo>
                    <a:pt x="10233434" y="57261"/>
                  </a:lnTo>
                  <a:lnTo>
                    <a:pt x="10274188" y="81645"/>
                  </a:lnTo>
                  <a:lnTo>
                    <a:pt x="10312537" y="110033"/>
                  </a:lnTo>
                  <a:lnTo>
                    <a:pt x="10348163" y="142294"/>
                  </a:lnTo>
                  <a:lnTo>
                    <a:pt x="10380441" y="177933"/>
                  </a:lnTo>
                  <a:lnTo>
                    <a:pt x="10408839" y="216292"/>
                  </a:lnTo>
                  <a:lnTo>
                    <a:pt x="10433229" y="257055"/>
                  </a:lnTo>
                  <a:lnTo>
                    <a:pt x="10453478" y="299903"/>
                  </a:lnTo>
                  <a:lnTo>
                    <a:pt x="10469457" y="344519"/>
                  </a:lnTo>
                  <a:lnTo>
                    <a:pt x="10481034" y="390585"/>
                  </a:lnTo>
                  <a:lnTo>
                    <a:pt x="10487010" y="43063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38092" y="2596348"/>
              <a:ext cx="5755870" cy="5400532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5178" y="4073429"/>
              <a:ext cx="123825" cy="123825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5178" y="5235479"/>
              <a:ext cx="123825" cy="123825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5178" y="6397529"/>
              <a:ext cx="123825" cy="123825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5178" y="6978554"/>
              <a:ext cx="123825" cy="123825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722428" y="2089435"/>
            <a:ext cx="9839960" cy="5757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97790">
              <a:lnSpc>
                <a:spcPct val="100000"/>
              </a:lnSpc>
              <a:spcBef>
                <a:spcPts val="95"/>
              </a:spcBef>
            </a:pPr>
            <a:r>
              <a:rPr dirty="0" sz="3300" b="1">
                <a:latin typeface="Times New Roman"/>
                <a:cs typeface="Times New Roman"/>
              </a:rPr>
              <a:t>Problem</a:t>
            </a:r>
            <a:r>
              <a:rPr dirty="0" sz="3300" spc="-155" b="1">
                <a:latin typeface="Times New Roman"/>
                <a:cs typeface="Times New Roman"/>
              </a:rPr>
              <a:t> </a:t>
            </a:r>
            <a:r>
              <a:rPr dirty="0" sz="3300" spc="-10" b="1">
                <a:latin typeface="Times New Roman"/>
                <a:cs typeface="Times New Roman"/>
              </a:rPr>
              <a:t>Statement</a:t>
            </a: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95"/>
              </a:spcBef>
            </a:pPr>
            <a:endParaRPr sz="3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300">
                <a:latin typeface="Times New Roman"/>
                <a:cs typeface="Times New Roman"/>
              </a:rPr>
              <a:t>Current</a:t>
            </a:r>
            <a:r>
              <a:rPr dirty="0" sz="3300" spc="-10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authentication</a:t>
            </a:r>
            <a:r>
              <a:rPr dirty="0" sz="3300" spc="-10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methods</a:t>
            </a:r>
            <a:r>
              <a:rPr dirty="0" sz="3300" spc="-9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fall</a:t>
            </a:r>
            <a:r>
              <a:rPr dirty="0" sz="3300" spc="-100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short:</a:t>
            </a:r>
            <a:endParaRPr sz="3300">
              <a:latin typeface="Times New Roman"/>
              <a:cs typeface="Times New Roman"/>
            </a:endParaRPr>
          </a:p>
          <a:p>
            <a:pPr marL="724535" marR="271780">
              <a:lnSpc>
                <a:spcPct val="115500"/>
              </a:lnSpc>
            </a:pPr>
            <a:r>
              <a:rPr dirty="0" sz="3300">
                <a:latin typeface="Times New Roman"/>
                <a:cs typeface="Times New Roman"/>
              </a:rPr>
              <a:t>Passwords</a:t>
            </a:r>
            <a:r>
              <a:rPr dirty="0" sz="3300" spc="-10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are</a:t>
            </a:r>
            <a:r>
              <a:rPr dirty="0" sz="3300" spc="-10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reusable,</a:t>
            </a:r>
            <a:r>
              <a:rPr dirty="0" sz="3300" spc="-10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guessable,</a:t>
            </a:r>
            <a:r>
              <a:rPr dirty="0" sz="3300" spc="-10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and</a:t>
            </a:r>
            <a:r>
              <a:rPr dirty="0" sz="3300" spc="-10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vulnerable</a:t>
            </a:r>
            <a:r>
              <a:rPr dirty="0" sz="3300" spc="-100">
                <a:latin typeface="Times New Roman"/>
                <a:cs typeface="Times New Roman"/>
              </a:rPr>
              <a:t> </a:t>
            </a:r>
            <a:r>
              <a:rPr dirty="0" sz="3300" spc="-25">
                <a:latin typeface="Times New Roman"/>
                <a:cs typeface="Times New Roman"/>
              </a:rPr>
              <a:t>to </a:t>
            </a:r>
            <a:r>
              <a:rPr dirty="0" sz="3300" spc="-10">
                <a:latin typeface="Times New Roman"/>
                <a:cs typeface="Times New Roman"/>
              </a:rPr>
              <a:t>phishing</a:t>
            </a:r>
            <a:endParaRPr sz="3300">
              <a:latin typeface="Times New Roman"/>
              <a:cs typeface="Times New Roman"/>
            </a:endParaRPr>
          </a:p>
          <a:p>
            <a:pPr marL="724535" marR="236220">
              <a:lnSpc>
                <a:spcPct val="115500"/>
              </a:lnSpc>
              <a:spcBef>
                <a:spcPts val="5"/>
              </a:spcBef>
            </a:pPr>
            <a:r>
              <a:rPr dirty="0" sz="3300">
                <a:latin typeface="Times New Roman"/>
                <a:cs typeface="Times New Roman"/>
              </a:rPr>
              <a:t>Biometrics</a:t>
            </a:r>
            <a:r>
              <a:rPr dirty="0" sz="3300" spc="-8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like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Fingerprint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and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FaceID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rely</a:t>
            </a:r>
            <a:r>
              <a:rPr dirty="0" sz="3300" spc="-8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on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static </a:t>
            </a:r>
            <a:r>
              <a:rPr dirty="0" sz="3300">
                <a:latin typeface="Times New Roman"/>
                <a:cs typeface="Times New Roman"/>
              </a:rPr>
              <a:t>physical</a:t>
            </a:r>
            <a:r>
              <a:rPr dirty="0" sz="3300" spc="-10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traits</a:t>
            </a:r>
            <a:endParaRPr sz="3300">
              <a:latin typeface="Times New Roman"/>
              <a:cs typeface="Times New Roman"/>
            </a:endParaRPr>
          </a:p>
          <a:p>
            <a:pPr marL="724535" marR="5080">
              <a:lnSpc>
                <a:spcPct val="115500"/>
              </a:lnSpc>
            </a:pPr>
            <a:r>
              <a:rPr dirty="0" sz="3300">
                <a:latin typeface="Times New Roman"/>
                <a:cs typeface="Times New Roman"/>
              </a:rPr>
              <a:t>Once</a:t>
            </a:r>
            <a:r>
              <a:rPr dirty="0" sz="3300" spc="-8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compromised,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biometric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data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cannot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be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changed </a:t>
            </a:r>
            <a:r>
              <a:rPr dirty="0" sz="3300" spc="-20">
                <a:latin typeface="Times New Roman"/>
                <a:cs typeface="Times New Roman"/>
              </a:rPr>
              <a:t>Single-</a:t>
            </a:r>
            <a:r>
              <a:rPr dirty="0" sz="3300">
                <a:latin typeface="Times New Roman"/>
                <a:cs typeface="Times New Roman"/>
              </a:rPr>
              <a:t>factor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authentication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increases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the</a:t>
            </a:r>
            <a:r>
              <a:rPr dirty="0" sz="3300" spc="-7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risk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 spc="-25">
                <a:latin typeface="Times New Roman"/>
                <a:cs typeface="Times New Roman"/>
              </a:rPr>
              <a:t>of </a:t>
            </a:r>
            <a:r>
              <a:rPr dirty="0" sz="3300">
                <a:latin typeface="Times New Roman"/>
                <a:cs typeface="Times New Roman"/>
              </a:rPr>
              <a:t>unauthorized</a:t>
            </a:r>
            <a:r>
              <a:rPr dirty="0" sz="3300" spc="-180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access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254403" y="172898"/>
            <a:ext cx="17829530" cy="9189720"/>
          </a:xfrm>
          <a:custGeom>
            <a:avLst/>
            <a:gdLst/>
            <a:ahLst/>
            <a:cxnLst/>
            <a:rect l="l" t="t" r="r" b="b"/>
            <a:pathLst>
              <a:path w="17829530" h="9189720">
                <a:moveTo>
                  <a:pt x="0" y="0"/>
                </a:moveTo>
                <a:lnTo>
                  <a:pt x="17829276" y="0"/>
                </a:lnTo>
                <a:lnTo>
                  <a:pt x="17829276" y="9189539"/>
                </a:lnTo>
                <a:lnTo>
                  <a:pt x="0" y="9189539"/>
                </a:lnTo>
                <a:lnTo>
                  <a:pt x="0" y="0"/>
                </a:lnTo>
                <a:close/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6257" y="70757"/>
            <a:ext cx="18030825" cy="9324975"/>
            <a:chOff x="126257" y="70757"/>
            <a:chExt cx="18030825" cy="9324975"/>
          </a:xfrm>
        </p:grpSpPr>
        <p:sp>
          <p:nvSpPr>
            <p:cNvPr id="3" name="object 3" descr=""/>
            <p:cNvSpPr/>
            <p:nvPr/>
          </p:nvSpPr>
          <p:spPr>
            <a:xfrm>
              <a:off x="164357" y="108857"/>
              <a:ext cx="17954625" cy="9248775"/>
            </a:xfrm>
            <a:custGeom>
              <a:avLst/>
              <a:gdLst/>
              <a:ahLst/>
              <a:cxnLst/>
              <a:rect l="l" t="t" r="r" b="b"/>
              <a:pathLst>
                <a:path w="17954625" h="9248775">
                  <a:moveTo>
                    <a:pt x="17954609" y="9248327"/>
                  </a:moveTo>
                  <a:lnTo>
                    <a:pt x="0" y="9248327"/>
                  </a:lnTo>
                  <a:lnTo>
                    <a:pt x="0" y="0"/>
                  </a:lnTo>
                  <a:lnTo>
                    <a:pt x="17954609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44362" y="1557335"/>
              <a:ext cx="7871639" cy="7459693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490743" y="308234"/>
              <a:ext cx="1916430" cy="1248410"/>
            </a:xfrm>
            <a:custGeom>
              <a:avLst/>
              <a:gdLst/>
              <a:ahLst/>
              <a:cxnLst/>
              <a:rect l="l" t="t" r="r" b="b"/>
              <a:pathLst>
                <a:path w="1916430" h="1248410">
                  <a:moveTo>
                    <a:pt x="0" y="623569"/>
                  </a:moveTo>
                  <a:lnTo>
                    <a:pt x="1781" y="585469"/>
                  </a:lnTo>
                  <a:lnTo>
                    <a:pt x="7054" y="547369"/>
                  </a:lnTo>
                  <a:lnTo>
                    <a:pt x="15710" y="509269"/>
                  </a:lnTo>
                  <a:lnTo>
                    <a:pt x="42741" y="438149"/>
                  </a:lnTo>
                  <a:lnTo>
                    <a:pt x="60899" y="403859"/>
                  </a:lnTo>
                  <a:lnTo>
                    <a:pt x="82010" y="369569"/>
                  </a:lnTo>
                  <a:lnTo>
                    <a:pt x="105964" y="336549"/>
                  </a:lnTo>
                  <a:lnTo>
                    <a:pt x="132655" y="306069"/>
                  </a:lnTo>
                  <a:lnTo>
                    <a:pt x="161973" y="275589"/>
                  </a:lnTo>
                  <a:lnTo>
                    <a:pt x="193812" y="246379"/>
                  </a:lnTo>
                  <a:lnTo>
                    <a:pt x="228062" y="218439"/>
                  </a:lnTo>
                  <a:lnTo>
                    <a:pt x="264618" y="193039"/>
                  </a:lnTo>
                  <a:lnTo>
                    <a:pt x="303369" y="167639"/>
                  </a:lnTo>
                  <a:lnTo>
                    <a:pt x="344210" y="143509"/>
                  </a:lnTo>
                  <a:lnTo>
                    <a:pt x="387030" y="121919"/>
                  </a:lnTo>
                  <a:lnTo>
                    <a:pt x="431724" y="101599"/>
                  </a:lnTo>
                  <a:lnTo>
                    <a:pt x="478183" y="82549"/>
                  </a:lnTo>
                  <a:lnTo>
                    <a:pt x="526298" y="66039"/>
                  </a:lnTo>
                  <a:lnTo>
                    <a:pt x="575963" y="50799"/>
                  </a:lnTo>
                  <a:lnTo>
                    <a:pt x="627069" y="38099"/>
                  </a:lnTo>
                  <a:lnTo>
                    <a:pt x="679508" y="26669"/>
                  </a:lnTo>
                  <a:lnTo>
                    <a:pt x="733173" y="16509"/>
                  </a:lnTo>
                  <a:lnTo>
                    <a:pt x="787955" y="8889"/>
                  </a:lnTo>
                  <a:lnTo>
                    <a:pt x="843747" y="3809"/>
                  </a:lnTo>
                  <a:lnTo>
                    <a:pt x="900441" y="0"/>
                  </a:lnTo>
                  <a:lnTo>
                    <a:pt x="1015416" y="0"/>
                  </a:lnTo>
                  <a:lnTo>
                    <a:pt x="1072110" y="3809"/>
                  </a:lnTo>
                  <a:lnTo>
                    <a:pt x="1127902" y="8889"/>
                  </a:lnTo>
                  <a:lnTo>
                    <a:pt x="1192354" y="17779"/>
                  </a:lnTo>
                  <a:lnTo>
                    <a:pt x="957928" y="17779"/>
                  </a:lnTo>
                  <a:lnTo>
                    <a:pt x="957928" y="36829"/>
                  </a:lnTo>
                  <a:lnTo>
                    <a:pt x="898867" y="38099"/>
                  </a:lnTo>
                  <a:lnTo>
                    <a:pt x="840906" y="41909"/>
                  </a:lnTo>
                  <a:lnTo>
                    <a:pt x="784146" y="48259"/>
                  </a:lnTo>
                  <a:lnTo>
                    <a:pt x="728685" y="55879"/>
                  </a:lnTo>
                  <a:lnTo>
                    <a:pt x="674623" y="66039"/>
                  </a:lnTo>
                  <a:lnTo>
                    <a:pt x="622059" y="77469"/>
                  </a:lnTo>
                  <a:lnTo>
                    <a:pt x="571092" y="91439"/>
                  </a:lnTo>
                  <a:lnTo>
                    <a:pt x="521821" y="107949"/>
                  </a:lnTo>
                  <a:lnTo>
                    <a:pt x="474346" y="125729"/>
                  </a:lnTo>
                  <a:lnTo>
                    <a:pt x="428765" y="144779"/>
                  </a:lnTo>
                  <a:lnTo>
                    <a:pt x="385178" y="165099"/>
                  </a:lnTo>
                  <a:lnTo>
                    <a:pt x="343684" y="187959"/>
                  </a:lnTo>
                  <a:lnTo>
                    <a:pt x="304383" y="212089"/>
                  </a:lnTo>
                  <a:lnTo>
                    <a:pt x="267373" y="237489"/>
                  </a:lnTo>
                  <a:lnTo>
                    <a:pt x="232753" y="264159"/>
                  </a:lnTo>
                  <a:lnTo>
                    <a:pt x="200624" y="292099"/>
                  </a:lnTo>
                  <a:lnTo>
                    <a:pt x="171083" y="321309"/>
                  </a:lnTo>
                  <a:lnTo>
                    <a:pt x="144231" y="351789"/>
                  </a:lnTo>
                  <a:lnTo>
                    <a:pt x="120167" y="382269"/>
                  </a:lnTo>
                  <a:lnTo>
                    <a:pt x="98989" y="415289"/>
                  </a:lnTo>
                  <a:lnTo>
                    <a:pt x="65691" y="481329"/>
                  </a:lnTo>
                  <a:lnTo>
                    <a:pt x="45130" y="551179"/>
                  </a:lnTo>
                  <a:lnTo>
                    <a:pt x="39029" y="604519"/>
                  </a:lnTo>
                  <a:lnTo>
                    <a:pt x="19049" y="604519"/>
                  </a:lnTo>
                  <a:lnTo>
                    <a:pt x="11653" y="605789"/>
                  </a:lnTo>
                  <a:lnTo>
                    <a:pt x="5596" y="610869"/>
                  </a:lnTo>
                  <a:lnTo>
                    <a:pt x="1503" y="615949"/>
                  </a:lnTo>
                  <a:lnTo>
                    <a:pt x="0" y="623569"/>
                  </a:lnTo>
                  <a:close/>
                </a:path>
                <a:path w="1916430" h="1248410">
                  <a:moveTo>
                    <a:pt x="1288788" y="1210309"/>
                  </a:moveTo>
                  <a:lnTo>
                    <a:pt x="957928" y="1210309"/>
                  </a:lnTo>
                  <a:lnTo>
                    <a:pt x="1016990" y="1209039"/>
                  </a:lnTo>
                  <a:lnTo>
                    <a:pt x="1074950" y="1205229"/>
                  </a:lnTo>
                  <a:lnTo>
                    <a:pt x="1131711" y="1200149"/>
                  </a:lnTo>
                  <a:lnTo>
                    <a:pt x="1187172" y="1192529"/>
                  </a:lnTo>
                  <a:lnTo>
                    <a:pt x="1241234" y="1182369"/>
                  </a:lnTo>
                  <a:lnTo>
                    <a:pt x="1293798" y="1169669"/>
                  </a:lnTo>
                  <a:lnTo>
                    <a:pt x="1344766" y="1155699"/>
                  </a:lnTo>
                  <a:lnTo>
                    <a:pt x="1394037" y="1140459"/>
                  </a:lnTo>
                  <a:lnTo>
                    <a:pt x="1441512" y="1122679"/>
                  </a:lnTo>
                  <a:lnTo>
                    <a:pt x="1487093" y="1103629"/>
                  </a:lnTo>
                  <a:lnTo>
                    <a:pt x="1530680" y="1082039"/>
                  </a:lnTo>
                  <a:lnTo>
                    <a:pt x="1572174" y="1060449"/>
                  </a:lnTo>
                  <a:lnTo>
                    <a:pt x="1611476" y="1036319"/>
                  </a:lnTo>
                  <a:lnTo>
                    <a:pt x="1648486" y="1010919"/>
                  </a:lnTo>
                  <a:lnTo>
                    <a:pt x="1683105" y="984249"/>
                  </a:lnTo>
                  <a:lnTo>
                    <a:pt x="1715235" y="956309"/>
                  </a:lnTo>
                  <a:lnTo>
                    <a:pt x="1744775" y="927099"/>
                  </a:lnTo>
                  <a:lnTo>
                    <a:pt x="1771627" y="896619"/>
                  </a:lnTo>
                  <a:lnTo>
                    <a:pt x="1795692" y="864869"/>
                  </a:lnTo>
                  <a:lnTo>
                    <a:pt x="1816870" y="833119"/>
                  </a:lnTo>
                  <a:lnTo>
                    <a:pt x="1850168" y="765809"/>
                  </a:lnTo>
                  <a:lnTo>
                    <a:pt x="1870729" y="695959"/>
                  </a:lnTo>
                  <a:lnTo>
                    <a:pt x="1877759" y="623569"/>
                  </a:lnTo>
                  <a:lnTo>
                    <a:pt x="1875986" y="588009"/>
                  </a:lnTo>
                  <a:lnTo>
                    <a:pt x="1862094" y="516889"/>
                  </a:lnTo>
                  <a:lnTo>
                    <a:pt x="1835070" y="448309"/>
                  </a:lnTo>
                  <a:lnTo>
                    <a:pt x="1795707" y="382269"/>
                  </a:lnTo>
                  <a:lnTo>
                    <a:pt x="1771646" y="351789"/>
                  </a:lnTo>
                  <a:lnTo>
                    <a:pt x="1744798" y="321309"/>
                  </a:lnTo>
                  <a:lnTo>
                    <a:pt x="1715261" y="292099"/>
                  </a:lnTo>
                  <a:lnTo>
                    <a:pt x="1683135" y="264159"/>
                  </a:lnTo>
                  <a:lnTo>
                    <a:pt x="1648519" y="237489"/>
                  </a:lnTo>
                  <a:lnTo>
                    <a:pt x="1611511" y="212089"/>
                  </a:lnTo>
                  <a:lnTo>
                    <a:pt x="1572212" y="187959"/>
                  </a:lnTo>
                  <a:lnTo>
                    <a:pt x="1530720" y="165099"/>
                  </a:lnTo>
                  <a:lnTo>
                    <a:pt x="1487135" y="144779"/>
                  </a:lnTo>
                  <a:lnTo>
                    <a:pt x="1441554" y="125729"/>
                  </a:lnTo>
                  <a:lnTo>
                    <a:pt x="1394079" y="107949"/>
                  </a:lnTo>
                  <a:lnTo>
                    <a:pt x="1344806" y="91439"/>
                  </a:lnTo>
                  <a:lnTo>
                    <a:pt x="1293837" y="77469"/>
                  </a:lnTo>
                  <a:lnTo>
                    <a:pt x="1241269" y="66039"/>
                  </a:lnTo>
                  <a:lnTo>
                    <a:pt x="1187203" y="55879"/>
                  </a:lnTo>
                  <a:lnTo>
                    <a:pt x="1131736" y="48259"/>
                  </a:lnTo>
                  <a:lnTo>
                    <a:pt x="1074969" y="41909"/>
                  </a:lnTo>
                  <a:lnTo>
                    <a:pt x="1017000" y="38099"/>
                  </a:lnTo>
                  <a:lnTo>
                    <a:pt x="957928" y="36829"/>
                  </a:lnTo>
                  <a:lnTo>
                    <a:pt x="957928" y="17779"/>
                  </a:lnTo>
                  <a:lnTo>
                    <a:pt x="1192354" y="17779"/>
                  </a:lnTo>
                  <a:lnTo>
                    <a:pt x="1236349" y="26669"/>
                  </a:lnTo>
                  <a:lnTo>
                    <a:pt x="1288788" y="38099"/>
                  </a:lnTo>
                  <a:lnTo>
                    <a:pt x="1339895" y="50799"/>
                  </a:lnTo>
                  <a:lnTo>
                    <a:pt x="1389559" y="66039"/>
                  </a:lnTo>
                  <a:lnTo>
                    <a:pt x="1437675" y="82549"/>
                  </a:lnTo>
                  <a:lnTo>
                    <a:pt x="1484134" y="101599"/>
                  </a:lnTo>
                  <a:lnTo>
                    <a:pt x="1528828" y="121919"/>
                  </a:lnTo>
                  <a:lnTo>
                    <a:pt x="1571649" y="143509"/>
                  </a:lnTo>
                  <a:lnTo>
                    <a:pt x="1612489" y="167639"/>
                  </a:lnTo>
                  <a:lnTo>
                    <a:pt x="1651241" y="193039"/>
                  </a:lnTo>
                  <a:lnTo>
                    <a:pt x="1687796" y="218439"/>
                  </a:lnTo>
                  <a:lnTo>
                    <a:pt x="1722047" y="246379"/>
                  </a:lnTo>
                  <a:lnTo>
                    <a:pt x="1753886" y="275589"/>
                  </a:lnTo>
                  <a:lnTo>
                    <a:pt x="1783204" y="306069"/>
                  </a:lnTo>
                  <a:lnTo>
                    <a:pt x="1809895" y="336549"/>
                  </a:lnTo>
                  <a:lnTo>
                    <a:pt x="1833849" y="369569"/>
                  </a:lnTo>
                  <a:lnTo>
                    <a:pt x="1854959" y="403859"/>
                  </a:lnTo>
                  <a:lnTo>
                    <a:pt x="1873118" y="438149"/>
                  </a:lnTo>
                  <a:lnTo>
                    <a:pt x="1888217" y="473709"/>
                  </a:lnTo>
                  <a:lnTo>
                    <a:pt x="1908805" y="547369"/>
                  </a:lnTo>
                  <a:lnTo>
                    <a:pt x="1914078" y="585469"/>
                  </a:lnTo>
                  <a:lnTo>
                    <a:pt x="1915859" y="623569"/>
                  </a:lnTo>
                  <a:lnTo>
                    <a:pt x="1914193" y="660399"/>
                  </a:lnTo>
                  <a:lnTo>
                    <a:pt x="1908805" y="701039"/>
                  </a:lnTo>
                  <a:lnTo>
                    <a:pt x="1888217" y="774699"/>
                  </a:lnTo>
                  <a:lnTo>
                    <a:pt x="1873118" y="810259"/>
                  </a:lnTo>
                  <a:lnTo>
                    <a:pt x="1854959" y="844549"/>
                  </a:lnTo>
                  <a:lnTo>
                    <a:pt x="1833849" y="877569"/>
                  </a:lnTo>
                  <a:lnTo>
                    <a:pt x="1809895" y="910589"/>
                  </a:lnTo>
                  <a:lnTo>
                    <a:pt x="1783204" y="942339"/>
                  </a:lnTo>
                  <a:lnTo>
                    <a:pt x="1753886" y="972819"/>
                  </a:lnTo>
                  <a:lnTo>
                    <a:pt x="1722047" y="1000759"/>
                  </a:lnTo>
                  <a:lnTo>
                    <a:pt x="1687796" y="1028699"/>
                  </a:lnTo>
                  <a:lnTo>
                    <a:pt x="1651241" y="1055369"/>
                  </a:lnTo>
                  <a:lnTo>
                    <a:pt x="1612489" y="1080769"/>
                  </a:lnTo>
                  <a:lnTo>
                    <a:pt x="1571649" y="1103629"/>
                  </a:lnTo>
                  <a:lnTo>
                    <a:pt x="1528828" y="1125219"/>
                  </a:lnTo>
                  <a:lnTo>
                    <a:pt x="1484134" y="1145539"/>
                  </a:lnTo>
                  <a:lnTo>
                    <a:pt x="1437675" y="1164589"/>
                  </a:lnTo>
                  <a:lnTo>
                    <a:pt x="1389559" y="1181099"/>
                  </a:lnTo>
                  <a:lnTo>
                    <a:pt x="1339895" y="1196339"/>
                  </a:lnTo>
                  <a:lnTo>
                    <a:pt x="1288788" y="1210309"/>
                  </a:lnTo>
                  <a:close/>
                </a:path>
                <a:path w="1916430" h="1248410">
                  <a:moveTo>
                    <a:pt x="19049" y="642619"/>
                  </a:moveTo>
                  <a:lnTo>
                    <a:pt x="11653" y="641349"/>
                  </a:lnTo>
                  <a:lnTo>
                    <a:pt x="5596" y="637539"/>
                  </a:lnTo>
                  <a:lnTo>
                    <a:pt x="1503" y="631189"/>
                  </a:lnTo>
                  <a:lnTo>
                    <a:pt x="0" y="623569"/>
                  </a:lnTo>
                  <a:lnTo>
                    <a:pt x="1503" y="615949"/>
                  </a:lnTo>
                  <a:lnTo>
                    <a:pt x="5596" y="610869"/>
                  </a:lnTo>
                  <a:lnTo>
                    <a:pt x="11653" y="605789"/>
                  </a:lnTo>
                  <a:lnTo>
                    <a:pt x="19049" y="604519"/>
                  </a:lnTo>
                  <a:lnTo>
                    <a:pt x="26447" y="605789"/>
                  </a:lnTo>
                  <a:lnTo>
                    <a:pt x="32504" y="610869"/>
                  </a:lnTo>
                  <a:lnTo>
                    <a:pt x="36597" y="615949"/>
                  </a:lnTo>
                  <a:lnTo>
                    <a:pt x="38099" y="623569"/>
                  </a:lnTo>
                  <a:lnTo>
                    <a:pt x="36597" y="631189"/>
                  </a:lnTo>
                  <a:lnTo>
                    <a:pt x="32504" y="637539"/>
                  </a:lnTo>
                  <a:lnTo>
                    <a:pt x="26447" y="641349"/>
                  </a:lnTo>
                  <a:lnTo>
                    <a:pt x="19049" y="642619"/>
                  </a:lnTo>
                  <a:close/>
                </a:path>
                <a:path w="1916430" h="1248410">
                  <a:moveTo>
                    <a:pt x="38099" y="623569"/>
                  </a:moveTo>
                  <a:lnTo>
                    <a:pt x="36597" y="615949"/>
                  </a:lnTo>
                  <a:lnTo>
                    <a:pt x="32504" y="610869"/>
                  </a:lnTo>
                  <a:lnTo>
                    <a:pt x="26447" y="605789"/>
                  </a:lnTo>
                  <a:lnTo>
                    <a:pt x="19049" y="604519"/>
                  </a:lnTo>
                  <a:lnTo>
                    <a:pt x="39029" y="604519"/>
                  </a:lnTo>
                  <a:lnTo>
                    <a:pt x="38099" y="623569"/>
                  </a:lnTo>
                  <a:close/>
                </a:path>
                <a:path w="1916430" h="1248410">
                  <a:moveTo>
                    <a:pt x="957928" y="1248409"/>
                  </a:moveTo>
                  <a:lnTo>
                    <a:pt x="900441" y="1247139"/>
                  </a:lnTo>
                  <a:lnTo>
                    <a:pt x="843747" y="1244599"/>
                  </a:lnTo>
                  <a:lnTo>
                    <a:pt x="787955" y="1238249"/>
                  </a:lnTo>
                  <a:lnTo>
                    <a:pt x="733173" y="1230629"/>
                  </a:lnTo>
                  <a:lnTo>
                    <a:pt x="679508" y="1221739"/>
                  </a:lnTo>
                  <a:lnTo>
                    <a:pt x="627069" y="1210309"/>
                  </a:lnTo>
                  <a:lnTo>
                    <a:pt x="575963" y="1196339"/>
                  </a:lnTo>
                  <a:lnTo>
                    <a:pt x="526298" y="1181099"/>
                  </a:lnTo>
                  <a:lnTo>
                    <a:pt x="478183" y="1164589"/>
                  </a:lnTo>
                  <a:lnTo>
                    <a:pt x="431724" y="1145539"/>
                  </a:lnTo>
                  <a:lnTo>
                    <a:pt x="387030" y="1125219"/>
                  </a:lnTo>
                  <a:lnTo>
                    <a:pt x="344210" y="1103629"/>
                  </a:lnTo>
                  <a:lnTo>
                    <a:pt x="303369" y="1080769"/>
                  </a:lnTo>
                  <a:lnTo>
                    <a:pt x="264618" y="1055369"/>
                  </a:lnTo>
                  <a:lnTo>
                    <a:pt x="228062" y="1028699"/>
                  </a:lnTo>
                  <a:lnTo>
                    <a:pt x="193812" y="1000759"/>
                  </a:lnTo>
                  <a:lnTo>
                    <a:pt x="161973" y="972819"/>
                  </a:lnTo>
                  <a:lnTo>
                    <a:pt x="132655" y="942339"/>
                  </a:lnTo>
                  <a:lnTo>
                    <a:pt x="105964" y="910589"/>
                  </a:lnTo>
                  <a:lnTo>
                    <a:pt x="82010" y="877569"/>
                  </a:lnTo>
                  <a:lnTo>
                    <a:pt x="60899" y="844549"/>
                  </a:lnTo>
                  <a:lnTo>
                    <a:pt x="42741" y="810259"/>
                  </a:lnTo>
                  <a:lnTo>
                    <a:pt x="27642" y="774699"/>
                  </a:lnTo>
                  <a:lnTo>
                    <a:pt x="15710" y="737869"/>
                  </a:lnTo>
                  <a:lnTo>
                    <a:pt x="1781" y="662939"/>
                  </a:lnTo>
                  <a:lnTo>
                    <a:pt x="0" y="623569"/>
                  </a:lnTo>
                  <a:lnTo>
                    <a:pt x="1503" y="631189"/>
                  </a:lnTo>
                  <a:lnTo>
                    <a:pt x="5596" y="637539"/>
                  </a:lnTo>
                  <a:lnTo>
                    <a:pt x="11653" y="641349"/>
                  </a:lnTo>
                  <a:lnTo>
                    <a:pt x="19049" y="642619"/>
                  </a:lnTo>
                  <a:lnTo>
                    <a:pt x="39029" y="642619"/>
                  </a:lnTo>
                  <a:lnTo>
                    <a:pt x="39874" y="660399"/>
                  </a:lnTo>
                  <a:lnTo>
                    <a:pt x="53768" y="731519"/>
                  </a:lnTo>
                  <a:lnTo>
                    <a:pt x="80797" y="800099"/>
                  </a:lnTo>
                  <a:lnTo>
                    <a:pt x="120167" y="864869"/>
                  </a:lnTo>
                  <a:lnTo>
                    <a:pt x="144231" y="896619"/>
                  </a:lnTo>
                  <a:lnTo>
                    <a:pt x="171083" y="927099"/>
                  </a:lnTo>
                  <a:lnTo>
                    <a:pt x="200624" y="956309"/>
                  </a:lnTo>
                  <a:lnTo>
                    <a:pt x="232753" y="984249"/>
                  </a:lnTo>
                  <a:lnTo>
                    <a:pt x="267373" y="1010919"/>
                  </a:lnTo>
                  <a:lnTo>
                    <a:pt x="304383" y="1036319"/>
                  </a:lnTo>
                  <a:lnTo>
                    <a:pt x="343684" y="1060449"/>
                  </a:lnTo>
                  <a:lnTo>
                    <a:pt x="385178" y="1082039"/>
                  </a:lnTo>
                  <a:lnTo>
                    <a:pt x="428765" y="1103629"/>
                  </a:lnTo>
                  <a:lnTo>
                    <a:pt x="474346" y="1122679"/>
                  </a:lnTo>
                  <a:lnTo>
                    <a:pt x="521821" y="1140459"/>
                  </a:lnTo>
                  <a:lnTo>
                    <a:pt x="571092" y="1155699"/>
                  </a:lnTo>
                  <a:lnTo>
                    <a:pt x="622059" y="1169669"/>
                  </a:lnTo>
                  <a:lnTo>
                    <a:pt x="674623" y="1182369"/>
                  </a:lnTo>
                  <a:lnTo>
                    <a:pt x="728685" y="1192529"/>
                  </a:lnTo>
                  <a:lnTo>
                    <a:pt x="784146" y="1200149"/>
                  </a:lnTo>
                  <a:lnTo>
                    <a:pt x="840906" y="1205229"/>
                  </a:lnTo>
                  <a:lnTo>
                    <a:pt x="898867" y="1209039"/>
                  </a:lnTo>
                  <a:lnTo>
                    <a:pt x="957928" y="1210309"/>
                  </a:lnTo>
                  <a:lnTo>
                    <a:pt x="1287880" y="1210309"/>
                  </a:lnTo>
                  <a:lnTo>
                    <a:pt x="1236349" y="1221739"/>
                  </a:lnTo>
                  <a:lnTo>
                    <a:pt x="1192354" y="1229359"/>
                  </a:lnTo>
                  <a:lnTo>
                    <a:pt x="957928" y="1229359"/>
                  </a:lnTo>
                  <a:lnTo>
                    <a:pt x="957928" y="1248409"/>
                  </a:lnTo>
                  <a:close/>
                </a:path>
                <a:path w="1916430" h="1248410">
                  <a:moveTo>
                    <a:pt x="39029" y="642619"/>
                  </a:moveTo>
                  <a:lnTo>
                    <a:pt x="19049" y="642619"/>
                  </a:lnTo>
                  <a:lnTo>
                    <a:pt x="26447" y="641349"/>
                  </a:lnTo>
                  <a:lnTo>
                    <a:pt x="32504" y="637539"/>
                  </a:lnTo>
                  <a:lnTo>
                    <a:pt x="36597" y="631189"/>
                  </a:lnTo>
                  <a:lnTo>
                    <a:pt x="38099" y="623569"/>
                  </a:lnTo>
                  <a:lnTo>
                    <a:pt x="38967" y="641349"/>
                  </a:lnTo>
                  <a:lnTo>
                    <a:pt x="39029" y="642619"/>
                  </a:lnTo>
                  <a:close/>
                </a:path>
                <a:path w="1916430" h="1248410">
                  <a:moveTo>
                    <a:pt x="957928" y="1248409"/>
                  </a:moveTo>
                  <a:lnTo>
                    <a:pt x="957928" y="1229359"/>
                  </a:lnTo>
                  <a:lnTo>
                    <a:pt x="1192354" y="1229359"/>
                  </a:lnTo>
                  <a:lnTo>
                    <a:pt x="1127902" y="1238249"/>
                  </a:lnTo>
                  <a:lnTo>
                    <a:pt x="1072110" y="1244599"/>
                  </a:lnTo>
                  <a:lnTo>
                    <a:pt x="1015416" y="1247139"/>
                  </a:lnTo>
                  <a:lnTo>
                    <a:pt x="957928" y="1248409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774062" y="657484"/>
            <a:ext cx="134937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Blackhats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73163" y="1538284"/>
            <a:ext cx="8768080" cy="7509509"/>
            <a:chOff x="373163" y="1538284"/>
            <a:chExt cx="8768080" cy="7509509"/>
          </a:xfrm>
        </p:grpSpPr>
        <p:sp>
          <p:nvSpPr>
            <p:cNvPr id="8" name="object 8" descr=""/>
            <p:cNvSpPr/>
            <p:nvPr/>
          </p:nvSpPr>
          <p:spPr>
            <a:xfrm>
              <a:off x="392213" y="1557335"/>
              <a:ext cx="8635365" cy="4337685"/>
            </a:xfrm>
            <a:custGeom>
              <a:avLst/>
              <a:gdLst/>
              <a:ahLst/>
              <a:cxnLst/>
              <a:rect l="l" t="t" r="r" b="b"/>
              <a:pathLst>
                <a:path w="8635365" h="4337685">
                  <a:moveTo>
                    <a:pt x="8282760" y="4337435"/>
                  </a:moveTo>
                  <a:lnTo>
                    <a:pt x="352425" y="4337435"/>
                  </a:lnTo>
                  <a:lnTo>
                    <a:pt x="306100" y="4334379"/>
                  </a:lnTo>
                  <a:lnTo>
                    <a:pt x="260961" y="4325362"/>
                  </a:lnTo>
                  <a:lnTo>
                    <a:pt x="217556" y="4310612"/>
                  </a:lnTo>
                  <a:lnTo>
                    <a:pt x="176433" y="4290355"/>
                  </a:lnTo>
                  <a:lnTo>
                    <a:pt x="138139" y="4264819"/>
                  </a:lnTo>
                  <a:lnTo>
                    <a:pt x="103223" y="4234229"/>
                  </a:lnTo>
                  <a:lnTo>
                    <a:pt x="72628" y="4199317"/>
                  </a:lnTo>
                  <a:lnTo>
                    <a:pt x="47087" y="4161025"/>
                  </a:lnTo>
                  <a:lnTo>
                    <a:pt x="26826" y="4119903"/>
                  </a:lnTo>
                  <a:lnTo>
                    <a:pt x="12074" y="4076496"/>
                  </a:lnTo>
                  <a:lnTo>
                    <a:pt x="3056" y="4031355"/>
                  </a:lnTo>
                  <a:lnTo>
                    <a:pt x="0" y="3985025"/>
                  </a:lnTo>
                  <a:lnTo>
                    <a:pt x="0" y="352425"/>
                  </a:lnTo>
                  <a:lnTo>
                    <a:pt x="3056" y="306101"/>
                  </a:lnTo>
                  <a:lnTo>
                    <a:pt x="12074" y="260963"/>
                  </a:lnTo>
                  <a:lnTo>
                    <a:pt x="26826" y="217559"/>
                  </a:lnTo>
                  <a:lnTo>
                    <a:pt x="47087" y="176435"/>
                  </a:lnTo>
                  <a:lnTo>
                    <a:pt x="72628" y="138141"/>
                  </a:lnTo>
                  <a:lnTo>
                    <a:pt x="103223" y="103223"/>
                  </a:lnTo>
                  <a:lnTo>
                    <a:pt x="138139" y="72628"/>
                  </a:lnTo>
                  <a:lnTo>
                    <a:pt x="176433" y="47087"/>
                  </a:lnTo>
                  <a:lnTo>
                    <a:pt x="217556" y="26826"/>
                  </a:lnTo>
                  <a:lnTo>
                    <a:pt x="260961" y="12074"/>
                  </a:lnTo>
                  <a:lnTo>
                    <a:pt x="306100" y="3056"/>
                  </a:lnTo>
                  <a:lnTo>
                    <a:pt x="352425" y="0"/>
                  </a:lnTo>
                  <a:lnTo>
                    <a:pt x="8282760" y="0"/>
                  </a:lnTo>
                  <a:lnTo>
                    <a:pt x="8329090" y="3056"/>
                  </a:lnTo>
                  <a:lnTo>
                    <a:pt x="8374231" y="12074"/>
                  </a:lnTo>
                  <a:lnTo>
                    <a:pt x="8417638" y="26826"/>
                  </a:lnTo>
                  <a:lnTo>
                    <a:pt x="8458760" y="47087"/>
                  </a:lnTo>
                  <a:lnTo>
                    <a:pt x="8497052" y="72628"/>
                  </a:lnTo>
                  <a:lnTo>
                    <a:pt x="8531964" y="103223"/>
                  </a:lnTo>
                  <a:lnTo>
                    <a:pt x="8562567" y="138141"/>
                  </a:lnTo>
                  <a:lnTo>
                    <a:pt x="8588112" y="176435"/>
                  </a:lnTo>
                  <a:lnTo>
                    <a:pt x="8608374" y="217559"/>
                  </a:lnTo>
                  <a:lnTo>
                    <a:pt x="8623127" y="260963"/>
                  </a:lnTo>
                  <a:lnTo>
                    <a:pt x="8632144" y="306101"/>
                  </a:lnTo>
                  <a:lnTo>
                    <a:pt x="8635200" y="352425"/>
                  </a:lnTo>
                  <a:lnTo>
                    <a:pt x="8635200" y="3985025"/>
                  </a:lnTo>
                  <a:lnTo>
                    <a:pt x="8632144" y="4031355"/>
                  </a:lnTo>
                  <a:lnTo>
                    <a:pt x="8623127" y="4076496"/>
                  </a:lnTo>
                  <a:lnTo>
                    <a:pt x="8608374" y="4119903"/>
                  </a:lnTo>
                  <a:lnTo>
                    <a:pt x="8588112" y="4161025"/>
                  </a:lnTo>
                  <a:lnTo>
                    <a:pt x="8562567" y="4199317"/>
                  </a:lnTo>
                  <a:lnTo>
                    <a:pt x="8531964" y="4234229"/>
                  </a:lnTo>
                  <a:lnTo>
                    <a:pt x="8497052" y="4264819"/>
                  </a:lnTo>
                  <a:lnTo>
                    <a:pt x="8458760" y="4290355"/>
                  </a:lnTo>
                  <a:lnTo>
                    <a:pt x="8417638" y="4310612"/>
                  </a:lnTo>
                  <a:lnTo>
                    <a:pt x="8374231" y="4325362"/>
                  </a:lnTo>
                  <a:lnTo>
                    <a:pt x="8329090" y="4334379"/>
                  </a:lnTo>
                  <a:lnTo>
                    <a:pt x="8282760" y="4337435"/>
                  </a:lnTo>
                  <a:close/>
                </a:path>
              </a:pathLst>
            </a:custGeom>
            <a:solidFill>
              <a:srgbClr val="CDE6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92213" y="1557334"/>
              <a:ext cx="8635365" cy="4333875"/>
            </a:xfrm>
            <a:custGeom>
              <a:avLst/>
              <a:gdLst/>
              <a:ahLst/>
              <a:cxnLst/>
              <a:rect l="l" t="t" r="r" b="b"/>
              <a:pathLst>
                <a:path w="8635365" h="4333875">
                  <a:moveTo>
                    <a:pt x="303500" y="4333861"/>
                  </a:moveTo>
                  <a:lnTo>
                    <a:pt x="260962" y="4325362"/>
                  </a:lnTo>
                  <a:lnTo>
                    <a:pt x="217556" y="4310612"/>
                  </a:lnTo>
                  <a:lnTo>
                    <a:pt x="176431" y="4290354"/>
                  </a:lnTo>
                  <a:lnTo>
                    <a:pt x="138135" y="4264815"/>
                  </a:lnTo>
                  <a:lnTo>
                    <a:pt x="103216" y="4234220"/>
                  </a:lnTo>
                  <a:lnTo>
                    <a:pt x="72619" y="4199302"/>
                  </a:lnTo>
                  <a:lnTo>
                    <a:pt x="47078" y="4161006"/>
                  </a:lnTo>
                  <a:lnTo>
                    <a:pt x="26820" y="4119881"/>
                  </a:lnTo>
                  <a:lnTo>
                    <a:pt x="12070" y="4076475"/>
                  </a:lnTo>
                  <a:lnTo>
                    <a:pt x="3055" y="4031336"/>
                  </a:lnTo>
                  <a:lnTo>
                    <a:pt x="0" y="3985012"/>
                  </a:lnTo>
                  <a:lnTo>
                    <a:pt x="0" y="352432"/>
                  </a:lnTo>
                  <a:lnTo>
                    <a:pt x="3055" y="306108"/>
                  </a:lnTo>
                  <a:lnTo>
                    <a:pt x="12072" y="260969"/>
                  </a:lnTo>
                  <a:lnTo>
                    <a:pt x="26824" y="217564"/>
                  </a:lnTo>
                  <a:lnTo>
                    <a:pt x="47084" y="176440"/>
                  </a:lnTo>
                  <a:lnTo>
                    <a:pt x="72624" y="138145"/>
                  </a:lnTo>
                  <a:lnTo>
                    <a:pt x="103219" y="103227"/>
                  </a:lnTo>
                  <a:lnTo>
                    <a:pt x="138136" y="72631"/>
                  </a:lnTo>
                  <a:lnTo>
                    <a:pt x="176430" y="47088"/>
                  </a:lnTo>
                  <a:lnTo>
                    <a:pt x="217554" y="26827"/>
                  </a:lnTo>
                  <a:lnTo>
                    <a:pt x="260960" y="12074"/>
                  </a:lnTo>
                  <a:lnTo>
                    <a:pt x="306099" y="3056"/>
                  </a:lnTo>
                  <a:lnTo>
                    <a:pt x="352423" y="0"/>
                  </a:lnTo>
                  <a:lnTo>
                    <a:pt x="8282731" y="0"/>
                  </a:lnTo>
                  <a:lnTo>
                    <a:pt x="8329058" y="3049"/>
                  </a:lnTo>
                  <a:lnTo>
                    <a:pt x="8374200" y="12063"/>
                  </a:lnTo>
                  <a:lnTo>
                    <a:pt x="8417609" y="26812"/>
                  </a:lnTo>
                  <a:lnTo>
                    <a:pt x="8458737" y="47071"/>
                  </a:lnTo>
                  <a:lnTo>
                    <a:pt x="8497036" y="72613"/>
                  </a:lnTo>
                  <a:lnTo>
                    <a:pt x="8531955" y="103212"/>
                  </a:lnTo>
                  <a:lnTo>
                    <a:pt x="8562559" y="138128"/>
                  </a:lnTo>
                  <a:lnTo>
                    <a:pt x="8588107" y="176424"/>
                  </a:lnTo>
                  <a:lnTo>
                    <a:pt x="8608372" y="217551"/>
                  </a:lnTo>
                  <a:lnTo>
                    <a:pt x="8623127" y="260961"/>
                  </a:lnTo>
                  <a:lnTo>
                    <a:pt x="8632145" y="306105"/>
                  </a:lnTo>
                  <a:lnTo>
                    <a:pt x="8635200" y="352432"/>
                  </a:lnTo>
                  <a:lnTo>
                    <a:pt x="8635201" y="3985015"/>
                  </a:lnTo>
                  <a:lnTo>
                    <a:pt x="8632146" y="4031345"/>
                  </a:lnTo>
                  <a:lnTo>
                    <a:pt x="8623129" y="4076490"/>
                  </a:lnTo>
                  <a:lnTo>
                    <a:pt x="8608375" y="4119901"/>
                  </a:lnTo>
                  <a:lnTo>
                    <a:pt x="8588110" y="4161029"/>
                  </a:lnTo>
                  <a:lnTo>
                    <a:pt x="8562561" y="4199324"/>
                  </a:lnTo>
                  <a:lnTo>
                    <a:pt x="8531954" y="4234238"/>
                  </a:lnTo>
                  <a:lnTo>
                    <a:pt x="8497031" y="4264833"/>
                  </a:lnTo>
                  <a:lnTo>
                    <a:pt x="8458731" y="4290370"/>
                  </a:lnTo>
                  <a:lnTo>
                    <a:pt x="8417602" y="4310624"/>
                  </a:lnTo>
                  <a:lnTo>
                    <a:pt x="8374194" y="4325370"/>
                  </a:lnTo>
                  <a:lnTo>
                    <a:pt x="8331689" y="433385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743" y="6180551"/>
              <a:ext cx="2552699" cy="286702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59478" y="6180551"/>
              <a:ext cx="2581274" cy="2866552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97996" y="6822273"/>
              <a:ext cx="3009899" cy="1597828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5933" y="2460705"/>
              <a:ext cx="95250" cy="9525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5933" y="3375105"/>
              <a:ext cx="95250" cy="9525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5933" y="4289505"/>
              <a:ext cx="95250" cy="9525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5933" y="4746705"/>
              <a:ext cx="95250" cy="9525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5933" y="5203904"/>
              <a:ext cx="95250" cy="95250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3370160" y="207994"/>
            <a:ext cx="11548110" cy="105600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/>
              <a:t>Solution:</a:t>
            </a:r>
            <a:r>
              <a:rPr dirty="0" sz="4600" spc="-130"/>
              <a:t> </a:t>
            </a:r>
            <a:r>
              <a:rPr dirty="0" sz="4600"/>
              <a:t>Evolution</a:t>
            </a:r>
            <a:r>
              <a:rPr dirty="0" sz="4600" spc="-125"/>
              <a:t> </a:t>
            </a:r>
            <a:r>
              <a:rPr dirty="0" sz="4600"/>
              <a:t>of</a:t>
            </a:r>
            <a:r>
              <a:rPr dirty="0" sz="4600" spc="-125"/>
              <a:t> </a:t>
            </a:r>
            <a:r>
              <a:rPr dirty="0" sz="4600"/>
              <a:t>Authentication</a:t>
            </a:r>
            <a:r>
              <a:rPr dirty="0" sz="4600" spc="-130"/>
              <a:t> </a:t>
            </a:r>
            <a:r>
              <a:rPr dirty="0" sz="4600" spc="-10"/>
              <a:t>Systems</a:t>
            </a:r>
            <a:endParaRPr sz="4600"/>
          </a:p>
          <a:p>
            <a:pPr algn="ctr" marR="225425">
              <a:lnSpc>
                <a:spcPct val="100000"/>
              </a:lnSpc>
              <a:spcBef>
                <a:spcPts val="75"/>
              </a:spcBef>
            </a:pPr>
            <a:r>
              <a:rPr dirty="0" sz="2100" b="0">
                <a:latin typeface="Times New Roman"/>
                <a:cs typeface="Times New Roman"/>
              </a:rPr>
              <a:t>From</a:t>
            </a:r>
            <a:r>
              <a:rPr dirty="0" sz="2100" spc="-50" b="0">
                <a:latin typeface="Times New Roman"/>
                <a:cs typeface="Times New Roman"/>
              </a:rPr>
              <a:t> </a:t>
            </a:r>
            <a:r>
              <a:rPr dirty="0" sz="2100" b="0">
                <a:latin typeface="Times New Roman"/>
                <a:cs typeface="Times New Roman"/>
              </a:rPr>
              <a:t>static</a:t>
            </a:r>
            <a:r>
              <a:rPr dirty="0" sz="2100" spc="-45" b="0">
                <a:latin typeface="Times New Roman"/>
                <a:cs typeface="Times New Roman"/>
              </a:rPr>
              <a:t> </a:t>
            </a:r>
            <a:r>
              <a:rPr dirty="0" sz="2100" b="0">
                <a:latin typeface="Times New Roman"/>
                <a:cs typeface="Times New Roman"/>
              </a:rPr>
              <a:t>credentials</a:t>
            </a:r>
            <a:r>
              <a:rPr dirty="0" sz="2100" spc="-45" b="0">
                <a:latin typeface="Times New Roman"/>
                <a:cs typeface="Times New Roman"/>
              </a:rPr>
              <a:t> </a:t>
            </a:r>
            <a:r>
              <a:rPr dirty="0" sz="2100" b="0">
                <a:latin typeface="Times New Roman"/>
                <a:cs typeface="Times New Roman"/>
              </a:rPr>
              <a:t>to</a:t>
            </a:r>
            <a:r>
              <a:rPr dirty="0" sz="2100" spc="-45" b="0">
                <a:latin typeface="Times New Roman"/>
                <a:cs typeface="Times New Roman"/>
              </a:rPr>
              <a:t> </a:t>
            </a:r>
            <a:r>
              <a:rPr dirty="0" sz="2100" spc="-10" b="0">
                <a:latin typeface="Times New Roman"/>
                <a:cs typeface="Times New Roman"/>
              </a:rPr>
              <a:t>brainwave-</a:t>
            </a:r>
            <a:r>
              <a:rPr dirty="0" sz="2100" b="0">
                <a:latin typeface="Times New Roman"/>
                <a:cs typeface="Times New Roman"/>
              </a:rPr>
              <a:t>based</a:t>
            </a:r>
            <a:r>
              <a:rPr dirty="0" sz="2100" spc="-45" b="0">
                <a:latin typeface="Times New Roman"/>
                <a:cs typeface="Times New Roman"/>
              </a:rPr>
              <a:t> </a:t>
            </a:r>
            <a:r>
              <a:rPr dirty="0" sz="2100" b="0">
                <a:latin typeface="Times New Roman"/>
                <a:cs typeface="Times New Roman"/>
              </a:rPr>
              <a:t>biometric</a:t>
            </a:r>
            <a:r>
              <a:rPr dirty="0" sz="2100" spc="-50" b="0">
                <a:latin typeface="Times New Roman"/>
                <a:cs typeface="Times New Roman"/>
              </a:rPr>
              <a:t> </a:t>
            </a:r>
            <a:r>
              <a:rPr dirty="0" sz="2100" spc="-10" b="0">
                <a:latin typeface="Times New Roman"/>
                <a:cs typeface="Times New Roman"/>
              </a:rPr>
              <a:t>login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19" name="object 19" descr=""/>
          <p:cNvSpPr txBox="1"/>
          <p:nvPr/>
        </p:nvSpPr>
        <p:spPr>
          <a:xfrm>
            <a:off x="668433" y="1742507"/>
            <a:ext cx="7718425" cy="3683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3405" marR="547370" indent="-561340">
              <a:lnSpc>
                <a:spcPct val="115399"/>
              </a:lnSpc>
              <a:spcBef>
                <a:spcPts val="100"/>
              </a:spcBef>
            </a:pPr>
            <a:r>
              <a:rPr dirty="0" sz="2600" b="1">
                <a:latin typeface="Times New Roman"/>
                <a:cs typeface="Times New Roman"/>
              </a:rPr>
              <a:t>CortexKey</a:t>
            </a:r>
            <a:r>
              <a:rPr dirty="0" sz="2600" spc="-35" b="1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–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Secure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Login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Using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Brainwaves Traditional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biometrics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authenticate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using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physical traits</a:t>
            </a:r>
            <a:endParaRPr sz="2600">
              <a:latin typeface="Times New Roman"/>
              <a:cs typeface="Times New Roman"/>
            </a:endParaRPr>
          </a:p>
          <a:p>
            <a:pPr marL="573405">
              <a:lnSpc>
                <a:spcPct val="100000"/>
              </a:lnSpc>
              <a:spcBef>
                <a:spcPts val="480"/>
              </a:spcBef>
            </a:pPr>
            <a:r>
              <a:rPr dirty="0" sz="2600">
                <a:latin typeface="Times New Roman"/>
                <a:cs typeface="Times New Roman"/>
              </a:rPr>
              <a:t>These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can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be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replicated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or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misused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2600" spc="-10" b="1">
                <a:latin typeface="Times New Roman"/>
                <a:cs typeface="Times New Roman"/>
              </a:rPr>
              <a:t>CortexKey</a:t>
            </a:r>
            <a:r>
              <a:rPr dirty="0" sz="2600" spc="-1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algn="just" marL="573405" marR="5080">
              <a:lnSpc>
                <a:spcPct val="115399"/>
              </a:lnSpc>
            </a:pPr>
            <a:r>
              <a:rPr dirty="0" sz="2600">
                <a:latin typeface="Times New Roman"/>
                <a:cs typeface="Times New Roman"/>
              </a:rPr>
              <a:t>Uses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EEG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brainwave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features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for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login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authentication </a:t>
            </a:r>
            <a:r>
              <a:rPr dirty="0" sz="2600">
                <a:latin typeface="Times New Roman"/>
                <a:cs typeface="Times New Roman"/>
              </a:rPr>
              <a:t>Acts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as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add-</a:t>
            </a:r>
            <a:r>
              <a:rPr dirty="0" sz="2600">
                <a:latin typeface="Times New Roman"/>
                <a:cs typeface="Times New Roman"/>
              </a:rPr>
              <a:t>on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or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alternative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FaceID/fingerprint </a:t>
            </a:r>
            <a:r>
              <a:rPr dirty="0" sz="2600">
                <a:latin typeface="Times New Roman"/>
                <a:cs typeface="Times New Roman"/>
              </a:rPr>
              <a:t>Ensures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strong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liveness-</a:t>
            </a:r>
            <a:r>
              <a:rPr dirty="0" sz="2600">
                <a:latin typeface="Times New Roman"/>
                <a:cs typeface="Times New Roman"/>
              </a:rPr>
              <a:t>based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identity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verification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25872" y="315912"/>
            <a:ext cx="8236584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37685" algn="l"/>
              </a:tabLst>
            </a:pPr>
            <a:r>
              <a:rPr dirty="0" spc="-10"/>
              <a:t>TECHNICAL</a:t>
            </a:r>
            <a:r>
              <a:rPr dirty="0"/>
              <a:t>	</a:t>
            </a:r>
            <a:r>
              <a:rPr dirty="0" spc="-10"/>
              <a:t>APPROACH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75612" y="359319"/>
            <a:ext cx="14909800" cy="8832215"/>
            <a:chOff x="475612" y="359319"/>
            <a:chExt cx="14909800" cy="883221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83658" y="1271398"/>
              <a:ext cx="12701394" cy="791960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475612" y="359319"/>
              <a:ext cx="1916430" cy="1248410"/>
            </a:xfrm>
            <a:custGeom>
              <a:avLst/>
              <a:gdLst/>
              <a:ahLst/>
              <a:cxnLst/>
              <a:rect l="l" t="t" r="r" b="b"/>
              <a:pathLst>
                <a:path w="1916430" h="1248410">
                  <a:moveTo>
                    <a:pt x="0" y="623569"/>
                  </a:moveTo>
                  <a:lnTo>
                    <a:pt x="1662" y="588009"/>
                  </a:lnTo>
                  <a:lnTo>
                    <a:pt x="1781" y="585469"/>
                  </a:lnTo>
                  <a:lnTo>
                    <a:pt x="7054" y="547369"/>
                  </a:lnTo>
                  <a:lnTo>
                    <a:pt x="15710" y="509269"/>
                  </a:lnTo>
                  <a:lnTo>
                    <a:pt x="42740" y="438149"/>
                  </a:lnTo>
                  <a:lnTo>
                    <a:pt x="60899" y="403859"/>
                  </a:lnTo>
                  <a:lnTo>
                    <a:pt x="82010" y="369569"/>
                  </a:lnTo>
                  <a:lnTo>
                    <a:pt x="105964" y="336549"/>
                  </a:lnTo>
                  <a:lnTo>
                    <a:pt x="132654" y="306069"/>
                  </a:lnTo>
                  <a:lnTo>
                    <a:pt x="161972" y="275589"/>
                  </a:lnTo>
                  <a:lnTo>
                    <a:pt x="193811" y="246379"/>
                  </a:lnTo>
                  <a:lnTo>
                    <a:pt x="228061" y="218439"/>
                  </a:lnTo>
                  <a:lnTo>
                    <a:pt x="264617" y="193039"/>
                  </a:lnTo>
                  <a:lnTo>
                    <a:pt x="303368" y="167639"/>
                  </a:lnTo>
                  <a:lnTo>
                    <a:pt x="344208" y="143509"/>
                  </a:lnTo>
                  <a:lnTo>
                    <a:pt x="387029" y="121919"/>
                  </a:lnTo>
                  <a:lnTo>
                    <a:pt x="431723" y="101599"/>
                  </a:lnTo>
                  <a:lnTo>
                    <a:pt x="478181" y="82549"/>
                  </a:lnTo>
                  <a:lnTo>
                    <a:pt x="526297" y="66039"/>
                  </a:lnTo>
                  <a:lnTo>
                    <a:pt x="575962" y="50799"/>
                  </a:lnTo>
                  <a:lnTo>
                    <a:pt x="627068" y="38099"/>
                  </a:lnTo>
                  <a:lnTo>
                    <a:pt x="679507" y="26669"/>
                  </a:lnTo>
                  <a:lnTo>
                    <a:pt x="733172" y="16509"/>
                  </a:lnTo>
                  <a:lnTo>
                    <a:pt x="787954" y="8889"/>
                  </a:lnTo>
                  <a:lnTo>
                    <a:pt x="843746" y="3809"/>
                  </a:lnTo>
                  <a:lnTo>
                    <a:pt x="900440" y="0"/>
                  </a:lnTo>
                  <a:lnTo>
                    <a:pt x="1015415" y="0"/>
                  </a:lnTo>
                  <a:lnTo>
                    <a:pt x="1072109" y="3809"/>
                  </a:lnTo>
                  <a:lnTo>
                    <a:pt x="1127901" y="8889"/>
                  </a:lnTo>
                  <a:lnTo>
                    <a:pt x="1182683" y="16509"/>
                  </a:lnTo>
                  <a:lnTo>
                    <a:pt x="1192370" y="19049"/>
                  </a:lnTo>
                  <a:lnTo>
                    <a:pt x="957928" y="19049"/>
                  </a:lnTo>
                  <a:lnTo>
                    <a:pt x="957928" y="38099"/>
                  </a:lnTo>
                  <a:lnTo>
                    <a:pt x="898867" y="38099"/>
                  </a:lnTo>
                  <a:lnTo>
                    <a:pt x="840906" y="41909"/>
                  </a:lnTo>
                  <a:lnTo>
                    <a:pt x="784146" y="48259"/>
                  </a:lnTo>
                  <a:lnTo>
                    <a:pt x="728685" y="55879"/>
                  </a:lnTo>
                  <a:lnTo>
                    <a:pt x="674623" y="66039"/>
                  </a:lnTo>
                  <a:lnTo>
                    <a:pt x="622059" y="77469"/>
                  </a:lnTo>
                  <a:lnTo>
                    <a:pt x="571092" y="91439"/>
                  </a:lnTo>
                  <a:lnTo>
                    <a:pt x="521821" y="107949"/>
                  </a:lnTo>
                  <a:lnTo>
                    <a:pt x="474346" y="125729"/>
                  </a:lnTo>
                  <a:lnTo>
                    <a:pt x="428765" y="144779"/>
                  </a:lnTo>
                  <a:lnTo>
                    <a:pt x="385178" y="165099"/>
                  </a:lnTo>
                  <a:lnTo>
                    <a:pt x="343684" y="187959"/>
                  </a:lnTo>
                  <a:lnTo>
                    <a:pt x="304383" y="212089"/>
                  </a:lnTo>
                  <a:lnTo>
                    <a:pt x="267373" y="237489"/>
                  </a:lnTo>
                  <a:lnTo>
                    <a:pt x="232753" y="264159"/>
                  </a:lnTo>
                  <a:lnTo>
                    <a:pt x="200624" y="292099"/>
                  </a:lnTo>
                  <a:lnTo>
                    <a:pt x="171083" y="321309"/>
                  </a:lnTo>
                  <a:lnTo>
                    <a:pt x="144231" y="351789"/>
                  </a:lnTo>
                  <a:lnTo>
                    <a:pt x="120167" y="382269"/>
                  </a:lnTo>
                  <a:lnTo>
                    <a:pt x="98989" y="415289"/>
                  </a:lnTo>
                  <a:lnTo>
                    <a:pt x="65691" y="481329"/>
                  </a:lnTo>
                  <a:lnTo>
                    <a:pt x="45130" y="551179"/>
                  </a:lnTo>
                  <a:lnTo>
                    <a:pt x="39029" y="604519"/>
                  </a:lnTo>
                  <a:lnTo>
                    <a:pt x="19049" y="604519"/>
                  </a:lnTo>
                  <a:lnTo>
                    <a:pt x="11652" y="605789"/>
                  </a:lnTo>
                  <a:lnTo>
                    <a:pt x="5595" y="610869"/>
                  </a:lnTo>
                  <a:lnTo>
                    <a:pt x="1502" y="615949"/>
                  </a:lnTo>
                  <a:lnTo>
                    <a:pt x="0" y="623569"/>
                  </a:lnTo>
                  <a:close/>
                </a:path>
                <a:path w="1916430" h="1248410">
                  <a:moveTo>
                    <a:pt x="1288787" y="1210309"/>
                  </a:moveTo>
                  <a:lnTo>
                    <a:pt x="957928" y="1210309"/>
                  </a:lnTo>
                  <a:lnTo>
                    <a:pt x="1016989" y="1209039"/>
                  </a:lnTo>
                  <a:lnTo>
                    <a:pt x="1074950" y="1205229"/>
                  </a:lnTo>
                  <a:lnTo>
                    <a:pt x="1131710" y="1200149"/>
                  </a:lnTo>
                  <a:lnTo>
                    <a:pt x="1187170" y="1192529"/>
                  </a:lnTo>
                  <a:lnTo>
                    <a:pt x="1241232" y="1182369"/>
                  </a:lnTo>
                  <a:lnTo>
                    <a:pt x="1293797" y="1169669"/>
                  </a:lnTo>
                  <a:lnTo>
                    <a:pt x="1344764" y="1155699"/>
                  </a:lnTo>
                  <a:lnTo>
                    <a:pt x="1394035" y="1140459"/>
                  </a:lnTo>
                  <a:lnTo>
                    <a:pt x="1441510" y="1122679"/>
                  </a:lnTo>
                  <a:lnTo>
                    <a:pt x="1487091" y="1103629"/>
                  </a:lnTo>
                  <a:lnTo>
                    <a:pt x="1530678" y="1082039"/>
                  </a:lnTo>
                  <a:lnTo>
                    <a:pt x="1572172" y="1060449"/>
                  </a:lnTo>
                  <a:lnTo>
                    <a:pt x="1611473" y="1036319"/>
                  </a:lnTo>
                  <a:lnTo>
                    <a:pt x="1648483" y="1010919"/>
                  </a:lnTo>
                  <a:lnTo>
                    <a:pt x="1683103" y="984249"/>
                  </a:lnTo>
                  <a:lnTo>
                    <a:pt x="1715232" y="956309"/>
                  </a:lnTo>
                  <a:lnTo>
                    <a:pt x="1744772" y="927099"/>
                  </a:lnTo>
                  <a:lnTo>
                    <a:pt x="1771624" y="896619"/>
                  </a:lnTo>
                  <a:lnTo>
                    <a:pt x="1795689" y="864869"/>
                  </a:lnTo>
                  <a:lnTo>
                    <a:pt x="1816867" y="833119"/>
                  </a:lnTo>
                  <a:lnTo>
                    <a:pt x="1850165" y="765809"/>
                  </a:lnTo>
                  <a:lnTo>
                    <a:pt x="1870726" y="695959"/>
                  </a:lnTo>
                  <a:lnTo>
                    <a:pt x="1877756" y="623569"/>
                  </a:lnTo>
                  <a:lnTo>
                    <a:pt x="1875983" y="588009"/>
                  </a:lnTo>
                  <a:lnTo>
                    <a:pt x="1862091" y="516889"/>
                  </a:lnTo>
                  <a:lnTo>
                    <a:pt x="1835067" y="448309"/>
                  </a:lnTo>
                  <a:lnTo>
                    <a:pt x="1795704" y="382269"/>
                  </a:lnTo>
                  <a:lnTo>
                    <a:pt x="1771643" y="351789"/>
                  </a:lnTo>
                  <a:lnTo>
                    <a:pt x="1744795" y="321309"/>
                  </a:lnTo>
                  <a:lnTo>
                    <a:pt x="1715258" y="292099"/>
                  </a:lnTo>
                  <a:lnTo>
                    <a:pt x="1683132" y="264159"/>
                  </a:lnTo>
                  <a:lnTo>
                    <a:pt x="1648516" y="237489"/>
                  </a:lnTo>
                  <a:lnTo>
                    <a:pt x="1611509" y="212089"/>
                  </a:lnTo>
                  <a:lnTo>
                    <a:pt x="1572210" y="187959"/>
                  </a:lnTo>
                  <a:lnTo>
                    <a:pt x="1530718" y="165099"/>
                  </a:lnTo>
                  <a:lnTo>
                    <a:pt x="1487132" y="144779"/>
                  </a:lnTo>
                  <a:lnTo>
                    <a:pt x="1441552" y="125729"/>
                  </a:lnTo>
                  <a:lnTo>
                    <a:pt x="1394077" y="107949"/>
                  </a:lnTo>
                  <a:lnTo>
                    <a:pt x="1344805" y="91439"/>
                  </a:lnTo>
                  <a:lnTo>
                    <a:pt x="1293835" y="77469"/>
                  </a:lnTo>
                  <a:lnTo>
                    <a:pt x="1241268" y="66039"/>
                  </a:lnTo>
                  <a:lnTo>
                    <a:pt x="1187202" y="55879"/>
                  </a:lnTo>
                  <a:lnTo>
                    <a:pt x="1131735" y="48259"/>
                  </a:lnTo>
                  <a:lnTo>
                    <a:pt x="1074968" y="41909"/>
                  </a:lnTo>
                  <a:lnTo>
                    <a:pt x="1016999" y="38099"/>
                  </a:lnTo>
                  <a:lnTo>
                    <a:pt x="957928" y="38099"/>
                  </a:lnTo>
                  <a:lnTo>
                    <a:pt x="957928" y="19049"/>
                  </a:lnTo>
                  <a:lnTo>
                    <a:pt x="1192370" y="19049"/>
                  </a:lnTo>
                  <a:lnTo>
                    <a:pt x="1236348" y="26669"/>
                  </a:lnTo>
                  <a:lnTo>
                    <a:pt x="1288787" y="38099"/>
                  </a:lnTo>
                  <a:lnTo>
                    <a:pt x="1339893" y="50799"/>
                  </a:lnTo>
                  <a:lnTo>
                    <a:pt x="1389557" y="66039"/>
                  </a:lnTo>
                  <a:lnTo>
                    <a:pt x="1437673" y="82549"/>
                  </a:lnTo>
                  <a:lnTo>
                    <a:pt x="1484132" y="101599"/>
                  </a:lnTo>
                  <a:lnTo>
                    <a:pt x="1528825" y="121919"/>
                  </a:lnTo>
                  <a:lnTo>
                    <a:pt x="1571646" y="143509"/>
                  </a:lnTo>
                  <a:lnTo>
                    <a:pt x="1612487" y="167639"/>
                  </a:lnTo>
                  <a:lnTo>
                    <a:pt x="1651238" y="193039"/>
                  </a:lnTo>
                  <a:lnTo>
                    <a:pt x="1687794" y="218439"/>
                  </a:lnTo>
                  <a:lnTo>
                    <a:pt x="1722044" y="246379"/>
                  </a:lnTo>
                  <a:lnTo>
                    <a:pt x="1753883" y="275589"/>
                  </a:lnTo>
                  <a:lnTo>
                    <a:pt x="1783201" y="306069"/>
                  </a:lnTo>
                  <a:lnTo>
                    <a:pt x="1809892" y="336549"/>
                  </a:lnTo>
                  <a:lnTo>
                    <a:pt x="1833846" y="369569"/>
                  </a:lnTo>
                  <a:lnTo>
                    <a:pt x="1854956" y="403859"/>
                  </a:lnTo>
                  <a:lnTo>
                    <a:pt x="1873115" y="438149"/>
                  </a:lnTo>
                  <a:lnTo>
                    <a:pt x="1888214" y="473709"/>
                  </a:lnTo>
                  <a:lnTo>
                    <a:pt x="1908802" y="547369"/>
                  </a:lnTo>
                  <a:lnTo>
                    <a:pt x="1914075" y="585469"/>
                  </a:lnTo>
                  <a:lnTo>
                    <a:pt x="1915856" y="623569"/>
                  </a:lnTo>
                  <a:lnTo>
                    <a:pt x="1914190" y="660399"/>
                  </a:lnTo>
                  <a:lnTo>
                    <a:pt x="1914075" y="662939"/>
                  </a:lnTo>
                  <a:lnTo>
                    <a:pt x="1908802" y="701039"/>
                  </a:lnTo>
                  <a:lnTo>
                    <a:pt x="1888214" y="774699"/>
                  </a:lnTo>
                  <a:lnTo>
                    <a:pt x="1873115" y="810259"/>
                  </a:lnTo>
                  <a:lnTo>
                    <a:pt x="1854956" y="844549"/>
                  </a:lnTo>
                  <a:lnTo>
                    <a:pt x="1833846" y="877569"/>
                  </a:lnTo>
                  <a:lnTo>
                    <a:pt x="1809892" y="910589"/>
                  </a:lnTo>
                  <a:lnTo>
                    <a:pt x="1783201" y="942339"/>
                  </a:lnTo>
                  <a:lnTo>
                    <a:pt x="1753883" y="972819"/>
                  </a:lnTo>
                  <a:lnTo>
                    <a:pt x="1722044" y="1000759"/>
                  </a:lnTo>
                  <a:lnTo>
                    <a:pt x="1687794" y="1028699"/>
                  </a:lnTo>
                  <a:lnTo>
                    <a:pt x="1651238" y="1055369"/>
                  </a:lnTo>
                  <a:lnTo>
                    <a:pt x="1612487" y="1080769"/>
                  </a:lnTo>
                  <a:lnTo>
                    <a:pt x="1571646" y="1103629"/>
                  </a:lnTo>
                  <a:lnTo>
                    <a:pt x="1528825" y="1125219"/>
                  </a:lnTo>
                  <a:lnTo>
                    <a:pt x="1484132" y="1145539"/>
                  </a:lnTo>
                  <a:lnTo>
                    <a:pt x="1437673" y="1164589"/>
                  </a:lnTo>
                  <a:lnTo>
                    <a:pt x="1389557" y="1181099"/>
                  </a:lnTo>
                  <a:lnTo>
                    <a:pt x="1339893" y="1196339"/>
                  </a:lnTo>
                  <a:lnTo>
                    <a:pt x="1288787" y="1210309"/>
                  </a:lnTo>
                  <a:close/>
                </a:path>
                <a:path w="1916430" h="1248410">
                  <a:moveTo>
                    <a:pt x="19049" y="642619"/>
                  </a:moveTo>
                  <a:lnTo>
                    <a:pt x="11652" y="641349"/>
                  </a:lnTo>
                  <a:lnTo>
                    <a:pt x="5595" y="637539"/>
                  </a:lnTo>
                  <a:lnTo>
                    <a:pt x="1502" y="631189"/>
                  </a:lnTo>
                  <a:lnTo>
                    <a:pt x="0" y="623569"/>
                  </a:lnTo>
                  <a:lnTo>
                    <a:pt x="1502" y="615949"/>
                  </a:lnTo>
                  <a:lnTo>
                    <a:pt x="5595" y="610869"/>
                  </a:lnTo>
                  <a:lnTo>
                    <a:pt x="11652" y="605789"/>
                  </a:lnTo>
                  <a:lnTo>
                    <a:pt x="19049" y="604519"/>
                  </a:lnTo>
                  <a:lnTo>
                    <a:pt x="26446" y="605789"/>
                  </a:lnTo>
                  <a:lnTo>
                    <a:pt x="32503" y="610869"/>
                  </a:lnTo>
                  <a:lnTo>
                    <a:pt x="36596" y="615949"/>
                  </a:lnTo>
                  <a:lnTo>
                    <a:pt x="38099" y="623569"/>
                  </a:lnTo>
                  <a:lnTo>
                    <a:pt x="36596" y="631189"/>
                  </a:lnTo>
                  <a:lnTo>
                    <a:pt x="32503" y="637539"/>
                  </a:lnTo>
                  <a:lnTo>
                    <a:pt x="26446" y="641349"/>
                  </a:lnTo>
                  <a:lnTo>
                    <a:pt x="19049" y="642619"/>
                  </a:lnTo>
                  <a:close/>
                </a:path>
                <a:path w="1916430" h="1248410">
                  <a:moveTo>
                    <a:pt x="38099" y="623569"/>
                  </a:moveTo>
                  <a:lnTo>
                    <a:pt x="36596" y="615949"/>
                  </a:lnTo>
                  <a:lnTo>
                    <a:pt x="32503" y="610869"/>
                  </a:lnTo>
                  <a:lnTo>
                    <a:pt x="26446" y="605789"/>
                  </a:lnTo>
                  <a:lnTo>
                    <a:pt x="19049" y="604519"/>
                  </a:lnTo>
                  <a:lnTo>
                    <a:pt x="39029" y="604519"/>
                  </a:lnTo>
                  <a:lnTo>
                    <a:pt x="38099" y="623569"/>
                  </a:lnTo>
                  <a:close/>
                </a:path>
                <a:path w="1916430" h="1248410">
                  <a:moveTo>
                    <a:pt x="957928" y="1248409"/>
                  </a:moveTo>
                  <a:lnTo>
                    <a:pt x="900440" y="1247139"/>
                  </a:lnTo>
                  <a:lnTo>
                    <a:pt x="843746" y="1244599"/>
                  </a:lnTo>
                  <a:lnTo>
                    <a:pt x="787954" y="1238249"/>
                  </a:lnTo>
                  <a:lnTo>
                    <a:pt x="733172" y="1230629"/>
                  </a:lnTo>
                  <a:lnTo>
                    <a:pt x="679507" y="1221739"/>
                  </a:lnTo>
                  <a:lnTo>
                    <a:pt x="627068" y="1210309"/>
                  </a:lnTo>
                  <a:lnTo>
                    <a:pt x="575962" y="1196339"/>
                  </a:lnTo>
                  <a:lnTo>
                    <a:pt x="526297" y="1181099"/>
                  </a:lnTo>
                  <a:lnTo>
                    <a:pt x="478181" y="1164589"/>
                  </a:lnTo>
                  <a:lnTo>
                    <a:pt x="431723" y="1145539"/>
                  </a:lnTo>
                  <a:lnTo>
                    <a:pt x="387029" y="1125219"/>
                  </a:lnTo>
                  <a:lnTo>
                    <a:pt x="344208" y="1103629"/>
                  </a:lnTo>
                  <a:lnTo>
                    <a:pt x="303368" y="1080769"/>
                  </a:lnTo>
                  <a:lnTo>
                    <a:pt x="264617" y="1055369"/>
                  </a:lnTo>
                  <a:lnTo>
                    <a:pt x="228061" y="1028699"/>
                  </a:lnTo>
                  <a:lnTo>
                    <a:pt x="193811" y="1000759"/>
                  </a:lnTo>
                  <a:lnTo>
                    <a:pt x="161972" y="972819"/>
                  </a:lnTo>
                  <a:lnTo>
                    <a:pt x="132654" y="942339"/>
                  </a:lnTo>
                  <a:lnTo>
                    <a:pt x="105964" y="910589"/>
                  </a:lnTo>
                  <a:lnTo>
                    <a:pt x="82010" y="877569"/>
                  </a:lnTo>
                  <a:lnTo>
                    <a:pt x="60899" y="844549"/>
                  </a:lnTo>
                  <a:lnTo>
                    <a:pt x="42740" y="810259"/>
                  </a:lnTo>
                  <a:lnTo>
                    <a:pt x="27641" y="774699"/>
                  </a:lnTo>
                  <a:lnTo>
                    <a:pt x="15710" y="737869"/>
                  </a:lnTo>
                  <a:lnTo>
                    <a:pt x="1781" y="662939"/>
                  </a:lnTo>
                  <a:lnTo>
                    <a:pt x="0" y="623569"/>
                  </a:lnTo>
                  <a:lnTo>
                    <a:pt x="1502" y="631189"/>
                  </a:lnTo>
                  <a:lnTo>
                    <a:pt x="5595" y="637539"/>
                  </a:lnTo>
                  <a:lnTo>
                    <a:pt x="11652" y="641349"/>
                  </a:lnTo>
                  <a:lnTo>
                    <a:pt x="19049" y="642619"/>
                  </a:lnTo>
                  <a:lnTo>
                    <a:pt x="39029" y="642619"/>
                  </a:lnTo>
                  <a:lnTo>
                    <a:pt x="39874" y="660399"/>
                  </a:lnTo>
                  <a:lnTo>
                    <a:pt x="53768" y="731519"/>
                  </a:lnTo>
                  <a:lnTo>
                    <a:pt x="80797" y="800099"/>
                  </a:lnTo>
                  <a:lnTo>
                    <a:pt x="120167" y="864869"/>
                  </a:lnTo>
                  <a:lnTo>
                    <a:pt x="144231" y="896619"/>
                  </a:lnTo>
                  <a:lnTo>
                    <a:pt x="171083" y="927099"/>
                  </a:lnTo>
                  <a:lnTo>
                    <a:pt x="200624" y="956309"/>
                  </a:lnTo>
                  <a:lnTo>
                    <a:pt x="232753" y="984249"/>
                  </a:lnTo>
                  <a:lnTo>
                    <a:pt x="267373" y="1010919"/>
                  </a:lnTo>
                  <a:lnTo>
                    <a:pt x="304383" y="1036319"/>
                  </a:lnTo>
                  <a:lnTo>
                    <a:pt x="343684" y="1060449"/>
                  </a:lnTo>
                  <a:lnTo>
                    <a:pt x="385178" y="1082039"/>
                  </a:lnTo>
                  <a:lnTo>
                    <a:pt x="428765" y="1103629"/>
                  </a:lnTo>
                  <a:lnTo>
                    <a:pt x="474346" y="1122679"/>
                  </a:lnTo>
                  <a:lnTo>
                    <a:pt x="521821" y="1140459"/>
                  </a:lnTo>
                  <a:lnTo>
                    <a:pt x="571092" y="1155699"/>
                  </a:lnTo>
                  <a:lnTo>
                    <a:pt x="622059" y="1169669"/>
                  </a:lnTo>
                  <a:lnTo>
                    <a:pt x="674623" y="1182369"/>
                  </a:lnTo>
                  <a:lnTo>
                    <a:pt x="728685" y="1192529"/>
                  </a:lnTo>
                  <a:lnTo>
                    <a:pt x="784146" y="1200149"/>
                  </a:lnTo>
                  <a:lnTo>
                    <a:pt x="840906" y="1205229"/>
                  </a:lnTo>
                  <a:lnTo>
                    <a:pt x="898867" y="1209039"/>
                  </a:lnTo>
                  <a:lnTo>
                    <a:pt x="957928" y="1210309"/>
                  </a:lnTo>
                  <a:lnTo>
                    <a:pt x="1287879" y="1210309"/>
                  </a:lnTo>
                  <a:lnTo>
                    <a:pt x="1236348" y="1221739"/>
                  </a:lnTo>
                  <a:lnTo>
                    <a:pt x="1192353" y="1229359"/>
                  </a:lnTo>
                  <a:lnTo>
                    <a:pt x="957928" y="1229359"/>
                  </a:lnTo>
                  <a:lnTo>
                    <a:pt x="957928" y="1248409"/>
                  </a:lnTo>
                  <a:close/>
                </a:path>
                <a:path w="1916430" h="1248410">
                  <a:moveTo>
                    <a:pt x="39029" y="642619"/>
                  </a:moveTo>
                  <a:lnTo>
                    <a:pt x="19049" y="642619"/>
                  </a:lnTo>
                  <a:lnTo>
                    <a:pt x="26446" y="641349"/>
                  </a:lnTo>
                  <a:lnTo>
                    <a:pt x="32503" y="637539"/>
                  </a:lnTo>
                  <a:lnTo>
                    <a:pt x="36596" y="631189"/>
                  </a:lnTo>
                  <a:lnTo>
                    <a:pt x="38099" y="623569"/>
                  </a:lnTo>
                  <a:lnTo>
                    <a:pt x="38967" y="641349"/>
                  </a:lnTo>
                  <a:lnTo>
                    <a:pt x="39029" y="642619"/>
                  </a:lnTo>
                  <a:close/>
                </a:path>
                <a:path w="1916430" h="1248410">
                  <a:moveTo>
                    <a:pt x="957928" y="1248409"/>
                  </a:moveTo>
                  <a:lnTo>
                    <a:pt x="957928" y="1229359"/>
                  </a:lnTo>
                  <a:lnTo>
                    <a:pt x="1192353" y="1229359"/>
                  </a:lnTo>
                  <a:lnTo>
                    <a:pt x="1127901" y="1238249"/>
                  </a:lnTo>
                  <a:lnTo>
                    <a:pt x="1072109" y="1244599"/>
                  </a:lnTo>
                  <a:lnTo>
                    <a:pt x="1015415" y="1247139"/>
                  </a:lnTo>
                  <a:lnTo>
                    <a:pt x="957928" y="1248409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758931" y="708569"/>
            <a:ext cx="134937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Blackhats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80573" y="80962"/>
            <a:ext cx="17983200" cy="9325610"/>
            <a:chOff x="180573" y="80962"/>
            <a:chExt cx="17983200" cy="9325610"/>
          </a:xfrm>
        </p:grpSpPr>
        <p:sp>
          <p:nvSpPr>
            <p:cNvPr id="8" name="object 8" descr=""/>
            <p:cNvSpPr/>
            <p:nvPr/>
          </p:nvSpPr>
          <p:spPr>
            <a:xfrm>
              <a:off x="199623" y="100012"/>
              <a:ext cx="17945100" cy="9287510"/>
            </a:xfrm>
            <a:custGeom>
              <a:avLst/>
              <a:gdLst/>
              <a:ahLst/>
              <a:cxnLst/>
              <a:rect l="l" t="t" r="r" b="b"/>
              <a:pathLst>
                <a:path w="17945100" h="9287510">
                  <a:moveTo>
                    <a:pt x="0" y="9286890"/>
                  </a:moveTo>
                  <a:lnTo>
                    <a:pt x="0" y="0"/>
                  </a:lnTo>
                  <a:lnTo>
                    <a:pt x="17945008" y="0"/>
                  </a:lnTo>
                  <a:lnTo>
                    <a:pt x="17945005" y="928689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3291" y="2687588"/>
              <a:ext cx="2238374" cy="187642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3907" y="4745522"/>
              <a:ext cx="2095499" cy="3028949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6957" y="315912"/>
            <a:ext cx="9934575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05020" algn="l"/>
                <a:tab pos="6262370" algn="l"/>
              </a:tabLst>
            </a:pPr>
            <a:r>
              <a:rPr dirty="0" spc="-10"/>
              <a:t>FEASIBILITY</a:t>
            </a:r>
            <a:r>
              <a:rPr dirty="0"/>
              <a:t>	</a:t>
            </a:r>
            <a:r>
              <a:rPr dirty="0" spc="-25"/>
              <a:t>AND</a:t>
            </a:r>
            <a:r>
              <a:rPr dirty="0"/>
              <a:t>	</a:t>
            </a:r>
            <a:r>
              <a:rPr dirty="0" spc="-10"/>
              <a:t>VIABILITY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475612" y="359319"/>
            <a:ext cx="1916430" cy="1248410"/>
          </a:xfrm>
          <a:custGeom>
            <a:avLst/>
            <a:gdLst/>
            <a:ahLst/>
            <a:cxnLst/>
            <a:rect l="l" t="t" r="r" b="b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0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4" y="306069"/>
                </a:lnTo>
                <a:lnTo>
                  <a:pt x="161972" y="275589"/>
                </a:lnTo>
                <a:lnTo>
                  <a:pt x="193811" y="246379"/>
                </a:lnTo>
                <a:lnTo>
                  <a:pt x="228061" y="218439"/>
                </a:lnTo>
                <a:lnTo>
                  <a:pt x="264617" y="193039"/>
                </a:lnTo>
                <a:lnTo>
                  <a:pt x="303368" y="167639"/>
                </a:lnTo>
                <a:lnTo>
                  <a:pt x="344208" y="143509"/>
                </a:lnTo>
                <a:lnTo>
                  <a:pt x="387029" y="121919"/>
                </a:lnTo>
                <a:lnTo>
                  <a:pt x="431723" y="101599"/>
                </a:lnTo>
                <a:lnTo>
                  <a:pt x="478181" y="82549"/>
                </a:lnTo>
                <a:lnTo>
                  <a:pt x="526297" y="66039"/>
                </a:lnTo>
                <a:lnTo>
                  <a:pt x="575962" y="50799"/>
                </a:lnTo>
                <a:lnTo>
                  <a:pt x="627068" y="38099"/>
                </a:lnTo>
                <a:lnTo>
                  <a:pt x="679507" y="26669"/>
                </a:lnTo>
                <a:lnTo>
                  <a:pt x="733172" y="16509"/>
                </a:lnTo>
                <a:lnTo>
                  <a:pt x="787954" y="8889"/>
                </a:lnTo>
                <a:lnTo>
                  <a:pt x="843746" y="3809"/>
                </a:lnTo>
                <a:lnTo>
                  <a:pt x="900440" y="0"/>
                </a:lnTo>
                <a:lnTo>
                  <a:pt x="1015415" y="0"/>
                </a:lnTo>
                <a:lnTo>
                  <a:pt x="1072109" y="3809"/>
                </a:lnTo>
                <a:lnTo>
                  <a:pt x="1127901" y="8889"/>
                </a:lnTo>
                <a:lnTo>
                  <a:pt x="1182683" y="16509"/>
                </a:lnTo>
                <a:lnTo>
                  <a:pt x="1192370" y="19049"/>
                </a:lnTo>
                <a:lnTo>
                  <a:pt x="957928" y="19049"/>
                </a:lnTo>
                <a:lnTo>
                  <a:pt x="957928" y="38099"/>
                </a:lnTo>
                <a:lnTo>
                  <a:pt x="898867" y="38099"/>
                </a:lnTo>
                <a:lnTo>
                  <a:pt x="840906" y="41909"/>
                </a:lnTo>
                <a:lnTo>
                  <a:pt x="784146" y="48259"/>
                </a:lnTo>
                <a:lnTo>
                  <a:pt x="728685" y="55879"/>
                </a:lnTo>
                <a:lnTo>
                  <a:pt x="674623" y="66039"/>
                </a:lnTo>
                <a:lnTo>
                  <a:pt x="622059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3" y="321309"/>
                </a:lnTo>
                <a:lnTo>
                  <a:pt x="144231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2" y="605789"/>
                </a:lnTo>
                <a:lnTo>
                  <a:pt x="5595" y="610869"/>
                </a:lnTo>
                <a:lnTo>
                  <a:pt x="1502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7" y="1210309"/>
                </a:moveTo>
                <a:lnTo>
                  <a:pt x="957928" y="1210309"/>
                </a:lnTo>
                <a:lnTo>
                  <a:pt x="1016989" y="1209039"/>
                </a:lnTo>
                <a:lnTo>
                  <a:pt x="1074950" y="1205229"/>
                </a:lnTo>
                <a:lnTo>
                  <a:pt x="1131710" y="1200149"/>
                </a:lnTo>
                <a:lnTo>
                  <a:pt x="1187170" y="1192529"/>
                </a:lnTo>
                <a:lnTo>
                  <a:pt x="1241232" y="1182369"/>
                </a:lnTo>
                <a:lnTo>
                  <a:pt x="1293797" y="1169669"/>
                </a:lnTo>
                <a:lnTo>
                  <a:pt x="1344764" y="1155699"/>
                </a:lnTo>
                <a:lnTo>
                  <a:pt x="1394035" y="1140459"/>
                </a:lnTo>
                <a:lnTo>
                  <a:pt x="1441510" y="1122679"/>
                </a:lnTo>
                <a:lnTo>
                  <a:pt x="1487091" y="1103629"/>
                </a:lnTo>
                <a:lnTo>
                  <a:pt x="1530678" y="1082039"/>
                </a:lnTo>
                <a:lnTo>
                  <a:pt x="1572172" y="1060449"/>
                </a:lnTo>
                <a:lnTo>
                  <a:pt x="1611473" y="1036319"/>
                </a:lnTo>
                <a:lnTo>
                  <a:pt x="1648483" y="1010919"/>
                </a:lnTo>
                <a:lnTo>
                  <a:pt x="1683103" y="984249"/>
                </a:lnTo>
                <a:lnTo>
                  <a:pt x="1715232" y="956309"/>
                </a:lnTo>
                <a:lnTo>
                  <a:pt x="1744772" y="927099"/>
                </a:lnTo>
                <a:lnTo>
                  <a:pt x="1771624" y="896619"/>
                </a:lnTo>
                <a:lnTo>
                  <a:pt x="1795689" y="864869"/>
                </a:lnTo>
                <a:lnTo>
                  <a:pt x="1816867" y="833119"/>
                </a:lnTo>
                <a:lnTo>
                  <a:pt x="1850165" y="765809"/>
                </a:lnTo>
                <a:lnTo>
                  <a:pt x="1870726" y="695959"/>
                </a:lnTo>
                <a:lnTo>
                  <a:pt x="1877756" y="623569"/>
                </a:lnTo>
                <a:lnTo>
                  <a:pt x="1875983" y="588009"/>
                </a:lnTo>
                <a:lnTo>
                  <a:pt x="1862091" y="516889"/>
                </a:lnTo>
                <a:lnTo>
                  <a:pt x="1835067" y="448309"/>
                </a:lnTo>
                <a:lnTo>
                  <a:pt x="1795704" y="382269"/>
                </a:lnTo>
                <a:lnTo>
                  <a:pt x="1771643" y="351789"/>
                </a:lnTo>
                <a:lnTo>
                  <a:pt x="1744795" y="321309"/>
                </a:lnTo>
                <a:lnTo>
                  <a:pt x="1715258" y="292099"/>
                </a:lnTo>
                <a:lnTo>
                  <a:pt x="1683132" y="264159"/>
                </a:lnTo>
                <a:lnTo>
                  <a:pt x="1648516" y="237489"/>
                </a:lnTo>
                <a:lnTo>
                  <a:pt x="1611509" y="212089"/>
                </a:lnTo>
                <a:lnTo>
                  <a:pt x="1572210" y="187959"/>
                </a:lnTo>
                <a:lnTo>
                  <a:pt x="1530718" y="165099"/>
                </a:lnTo>
                <a:lnTo>
                  <a:pt x="1487132" y="144779"/>
                </a:lnTo>
                <a:lnTo>
                  <a:pt x="1441552" y="125729"/>
                </a:lnTo>
                <a:lnTo>
                  <a:pt x="1394077" y="107949"/>
                </a:lnTo>
                <a:lnTo>
                  <a:pt x="1344805" y="91439"/>
                </a:lnTo>
                <a:lnTo>
                  <a:pt x="1293835" y="77469"/>
                </a:lnTo>
                <a:lnTo>
                  <a:pt x="1241268" y="66039"/>
                </a:lnTo>
                <a:lnTo>
                  <a:pt x="1187202" y="55879"/>
                </a:lnTo>
                <a:lnTo>
                  <a:pt x="1131735" y="48259"/>
                </a:lnTo>
                <a:lnTo>
                  <a:pt x="1074968" y="41909"/>
                </a:lnTo>
                <a:lnTo>
                  <a:pt x="1016999" y="38099"/>
                </a:lnTo>
                <a:lnTo>
                  <a:pt x="957928" y="38099"/>
                </a:lnTo>
                <a:lnTo>
                  <a:pt x="957928" y="19049"/>
                </a:lnTo>
                <a:lnTo>
                  <a:pt x="1192370" y="19049"/>
                </a:lnTo>
                <a:lnTo>
                  <a:pt x="1236348" y="26669"/>
                </a:lnTo>
                <a:lnTo>
                  <a:pt x="1288787" y="38099"/>
                </a:lnTo>
                <a:lnTo>
                  <a:pt x="1339893" y="50799"/>
                </a:lnTo>
                <a:lnTo>
                  <a:pt x="1389557" y="66039"/>
                </a:lnTo>
                <a:lnTo>
                  <a:pt x="1437673" y="82549"/>
                </a:lnTo>
                <a:lnTo>
                  <a:pt x="1484132" y="101599"/>
                </a:lnTo>
                <a:lnTo>
                  <a:pt x="1528825" y="121919"/>
                </a:lnTo>
                <a:lnTo>
                  <a:pt x="1571646" y="143509"/>
                </a:lnTo>
                <a:lnTo>
                  <a:pt x="1612487" y="167639"/>
                </a:lnTo>
                <a:lnTo>
                  <a:pt x="1651238" y="193039"/>
                </a:lnTo>
                <a:lnTo>
                  <a:pt x="1687794" y="218439"/>
                </a:lnTo>
                <a:lnTo>
                  <a:pt x="1722044" y="246379"/>
                </a:lnTo>
                <a:lnTo>
                  <a:pt x="1753883" y="275589"/>
                </a:lnTo>
                <a:lnTo>
                  <a:pt x="1783201" y="306069"/>
                </a:lnTo>
                <a:lnTo>
                  <a:pt x="1809892" y="336549"/>
                </a:lnTo>
                <a:lnTo>
                  <a:pt x="1833846" y="369569"/>
                </a:lnTo>
                <a:lnTo>
                  <a:pt x="1854956" y="403859"/>
                </a:lnTo>
                <a:lnTo>
                  <a:pt x="1873115" y="438149"/>
                </a:lnTo>
                <a:lnTo>
                  <a:pt x="1888214" y="473709"/>
                </a:lnTo>
                <a:lnTo>
                  <a:pt x="1908802" y="547369"/>
                </a:lnTo>
                <a:lnTo>
                  <a:pt x="1914075" y="585469"/>
                </a:lnTo>
                <a:lnTo>
                  <a:pt x="1915856" y="623569"/>
                </a:lnTo>
                <a:lnTo>
                  <a:pt x="1914190" y="660399"/>
                </a:lnTo>
                <a:lnTo>
                  <a:pt x="1914075" y="662939"/>
                </a:lnTo>
                <a:lnTo>
                  <a:pt x="1908802" y="701039"/>
                </a:lnTo>
                <a:lnTo>
                  <a:pt x="1888214" y="774699"/>
                </a:lnTo>
                <a:lnTo>
                  <a:pt x="1873115" y="810259"/>
                </a:lnTo>
                <a:lnTo>
                  <a:pt x="1854956" y="844549"/>
                </a:lnTo>
                <a:lnTo>
                  <a:pt x="1833846" y="877569"/>
                </a:lnTo>
                <a:lnTo>
                  <a:pt x="1809892" y="910589"/>
                </a:lnTo>
                <a:lnTo>
                  <a:pt x="1783201" y="942339"/>
                </a:lnTo>
                <a:lnTo>
                  <a:pt x="1753883" y="972819"/>
                </a:lnTo>
                <a:lnTo>
                  <a:pt x="1722044" y="1000759"/>
                </a:lnTo>
                <a:lnTo>
                  <a:pt x="1687794" y="1028699"/>
                </a:lnTo>
                <a:lnTo>
                  <a:pt x="1651238" y="1055369"/>
                </a:lnTo>
                <a:lnTo>
                  <a:pt x="1612487" y="1080769"/>
                </a:lnTo>
                <a:lnTo>
                  <a:pt x="1571646" y="1103629"/>
                </a:lnTo>
                <a:lnTo>
                  <a:pt x="1528825" y="1125219"/>
                </a:lnTo>
                <a:lnTo>
                  <a:pt x="1484132" y="1145539"/>
                </a:lnTo>
                <a:lnTo>
                  <a:pt x="1437673" y="1164589"/>
                </a:lnTo>
                <a:lnTo>
                  <a:pt x="1389557" y="1181099"/>
                </a:lnTo>
                <a:lnTo>
                  <a:pt x="1339893" y="1196339"/>
                </a:lnTo>
                <a:lnTo>
                  <a:pt x="1288787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2" y="641349"/>
                </a:lnTo>
                <a:lnTo>
                  <a:pt x="5595" y="637539"/>
                </a:lnTo>
                <a:lnTo>
                  <a:pt x="1502" y="631189"/>
                </a:lnTo>
                <a:lnTo>
                  <a:pt x="0" y="623569"/>
                </a:lnTo>
                <a:lnTo>
                  <a:pt x="1502" y="615949"/>
                </a:lnTo>
                <a:lnTo>
                  <a:pt x="5595" y="610869"/>
                </a:lnTo>
                <a:lnTo>
                  <a:pt x="11652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3" y="610869"/>
                </a:lnTo>
                <a:lnTo>
                  <a:pt x="36596" y="615949"/>
                </a:lnTo>
                <a:lnTo>
                  <a:pt x="38099" y="623569"/>
                </a:lnTo>
                <a:lnTo>
                  <a:pt x="36596" y="631189"/>
                </a:lnTo>
                <a:lnTo>
                  <a:pt x="32503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099" y="623569"/>
                </a:moveTo>
                <a:lnTo>
                  <a:pt x="36596" y="615949"/>
                </a:lnTo>
                <a:lnTo>
                  <a:pt x="32503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099" y="623569"/>
                </a:lnTo>
                <a:close/>
              </a:path>
              <a:path w="1916430" h="1248410">
                <a:moveTo>
                  <a:pt x="957928" y="1248409"/>
                </a:moveTo>
                <a:lnTo>
                  <a:pt x="900440" y="1247139"/>
                </a:lnTo>
                <a:lnTo>
                  <a:pt x="843746" y="1244599"/>
                </a:lnTo>
                <a:lnTo>
                  <a:pt x="787954" y="1238249"/>
                </a:lnTo>
                <a:lnTo>
                  <a:pt x="733172" y="1230629"/>
                </a:lnTo>
                <a:lnTo>
                  <a:pt x="679507" y="1221739"/>
                </a:lnTo>
                <a:lnTo>
                  <a:pt x="627068" y="1210309"/>
                </a:lnTo>
                <a:lnTo>
                  <a:pt x="575962" y="1196339"/>
                </a:lnTo>
                <a:lnTo>
                  <a:pt x="526297" y="1181099"/>
                </a:lnTo>
                <a:lnTo>
                  <a:pt x="478181" y="1164589"/>
                </a:lnTo>
                <a:lnTo>
                  <a:pt x="431723" y="1145539"/>
                </a:lnTo>
                <a:lnTo>
                  <a:pt x="387029" y="1125219"/>
                </a:lnTo>
                <a:lnTo>
                  <a:pt x="344208" y="1103629"/>
                </a:lnTo>
                <a:lnTo>
                  <a:pt x="303368" y="1080769"/>
                </a:lnTo>
                <a:lnTo>
                  <a:pt x="264617" y="1055369"/>
                </a:lnTo>
                <a:lnTo>
                  <a:pt x="228061" y="1028699"/>
                </a:lnTo>
                <a:lnTo>
                  <a:pt x="193811" y="1000759"/>
                </a:lnTo>
                <a:lnTo>
                  <a:pt x="161972" y="972819"/>
                </a:lnTo>
                <a:lnTo>
                  <a:pt x="132654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0" y="810259"/>
                </a:lnTo>
                <a:lnTo>
                  <a:pt x="27641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2" y="631189"/>
                </a:lnTo>
                <a:lnTo>
                  <a:pt x="5595" y="637539"/>
                </a:lnTo>
                <a:lnTo>
                  <a:pt x="11652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1" y="896619"/>
                </a:lnTo>
                <a:lnTo>
                  <a:pt x="171083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59" y="1169669"/>
                </a:lnTo>
                <a:lnTo>
                  <a:pt x="674623" y="1182369"/>
                </a:lnTo>
                <a:lnTo>
                  <a:pt x="728685" y="1192529"/>
                </a:lnTo>
                <a:lnTo>
                  <a:pt x="784146" y="1200149"/>
                </a:lnTo>
                <a:lnTo>
                  <a:pt x="840906" y="1205229"/>
                </a:lnTo>
                <a:lnTo>
                  <a:pt x="898867" y="1209039"/>
                </a:lnTo>
                <a:lnTo>
                  <a:pt x="957928" y="1210309"/>
                </a:lnTo>
                <a:lnTo>
                  <a:pt x="1287879" y="1210309"/>
                </a:lnTo>
                <a:lnTo>
                  <a:pt x="1236348" y="1221739"/>
                </a:lnTo>
                <a:lnTo>
                  <a:pt x="1192353" y="1229359"/>
                </a:lnTo>
                <a:lnTo>
                  <a:pt x="957928" y="1229359"/>
                </a:lnTo>
                <a:lnTo>
                  <a:pt x="957928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3" y="637539"/>
                </a:lnTo>
                <a:lnTo>
                  <a:pt x="36596" y="631189"/>
                </a:lnTo>
                <a:lnTo>
                  <a:pt x="38099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8" y="1248409"/>
                </a:moveTo>
                <a:lnTo>
                  <a:pt x="957928" y="1229359"/>
                </a:lnTo>
                <a:lnTo>
                  <a:pt x="1192353" y="1229359"/>
                </a:lnTo>
                <a:lnTo>
                  <a:pt x="1127901" y="1238249"/>
                </a:lnTo>
                <a:lnTo>
                  <a:pt x="1072109" y="1244599"/>
                </a:lnTo>
                <a:lnTo>
                  <a:pt x="1015415" y="1247139"/>
                </a:lnTo>
                <a:lnTo>
                  <a:pt x="957928" y="1248409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758931" y="708569"/>
            <a:ext cx="134937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Blackhats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225536" y="1654542"/>
            <a:ext cx="7711440" cy="3619500"/>
            <a:chOff x="225536" y="1654542"/>
            <a:chExt cx="7711440" cy="3619500"/>
          </a:xfrm>
        </p:grpSpPr>
        <p:sp>
          <p:nvSpPr>
            <p:cNvPr id="6" name="object 6" descr=""/>
            <p:cNvSpPr/>
            <p:nvPr/>
          </p:nvSpPr>
          <p:spPr>
            <a:xfrm>
              <a:off x="244586" y="1673595"/>
              <a:ext cx="7669530" cy="3582670"/>
            </a:xfrm>
            <a:custGeom>
              <a:avLst/>
              <a:gdLst/>
              <a:ahLst/>
              <a:cxnLst/>
              <a:rect l="l" t="t" r="r" b="b"/>
              <a:pathLst>
                <a:path w="7669530" h="3582670">
                  <a:moveTo>
                    <a:pt x="7187534" y="3582661"/>
                  </a:moveTo>
                  <a:lnTo>
                    <a:pt x="485775" y="3582661"/>
                  </a:lnTo>
                  <a:lnTo>
                    <a:pt x="437762" y="3580273"/>
                  </a:lnTo>
                  <a:lnTo>
                    <a:pt x="390562" y="3573230"/>
                  </a:lnTo>
                  <a:lnTo>
                    <a:pt x="344494" y="3561653"/>
                  </a:lnTo>
                  <a:lnTo>
                    <a:pt x="299876" y="3545674"/>
                  </a:lnTo>
                  <a:lnTo>
                    <a:pt x="257027" y="3525424"/>
                  </a:lnTo>
                  <a:lnTo>
                    <a:pt x="216266" y="3501035"/>
                  </a:lnTo>
                  <a:lnTo>
                    <a:pt x="177911" y="3472640"/>
                  </a:lnTo>
                  <a:lnTo>
                    <a:pt x="142280" y="3440369"/>
                  </a:lnTo>
                  <a:lnTo>
                    <a:pt x="110011" y="3404746"/>
                  </a:lnTo>
                  <a:lnTo>
                    <a:pt x="81616" y="3366396"/>
                  </a:lnTo>
                  <a:lnTo>
                    <a:pt x="57227" y="3325638"/>
                  </a:lnTo>
                  <a:lnTo>
                    <a:pt x="36977" y="3282791"/>
                  </a:lnTo>
                  <a:lnTo>
                    <a:pt x="20997" y="3238174"/>
                  </a:lnTo>
                  <a:lnTo>
                    <a:pt x="9420" y="3192105"/>
                  </a:lnTo>
                  <a:lnTo>
                    <a:pt x="2377" y="3144904"/>
                  </a:lnTo>
                  <a:lnTo>
                    <a:pt x="0" y="3096890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6" y="216266"/>
                  </a:lnTo>
                  <a:lnTo>
                    <a:pt x="110011" y="177911"/>
                  </a:lnTo>
                  <a:lnTo>
                    <a:pt x="142280" y="142281"/>
                  </a:lnTo>
                  <a:lnTo>
                    <a:pt x="177911" y="110011"/>
                  </a:lnTo>
                  <a:lnTo>
                    <a:pt x="216266" y="81616"/>
                  </a:lnTo>
                  <a:lnTo>
                    <a:pt x="257027" y="57227"/>
                  </a:lnTo>
                  <a:lnTo>
                    <a:pt x="299876" y="36977"/>
                  </a:lnTo>
                  <a:lnTo>
                    <a:pt x="344494" y="20998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5" y="0"/>
                  </a:lnTo>
                  <a:lnTo>
                    <a:pt x="7187534" y="0"/>
                  </a:lnTo>
                  <a:lnTo>
                    <a:pt x="7235547" y="2377"/>
                  </a:lnTo>
                  <a:lnTo>
                    <a:pt x="7282745" y="9420"/>
                  </a:lnTo>
                  <a:lnTo>
                    <a:pt x="7328810" y="20998"/>
                  </a:lnTo>
                  <a:lnTo>
                    <a:pt x="7373424" y="36977"/>
                  </a:lnTo>
                  <a:lnTo>
                    <a:pt x="7416269" y="57227"/>
                  </a:lnTo>
                  <a:lnTo>
                    <a:pt x="7457028" y="81616"/>
                  </a:lnTo>
                  <a:lnTo>
                    <a:pt x="7495382" y="110011"/>
                  </a:lnTo>
                  <a:lnTo>
                    <a:pt x="7531013" y="142281"/>
                  </a:lnTo>
                  <a:lnTo>
                    <a:pt x="7563284" y="177911"/>
                  </a:lnTo>
                  <a:lnTo>
                    <a:pt x="7591679" y="216266"/>
                  </a:lnTo>
                  <a:lnTo>
                    <a:pt x="7616068" y="257028"/>
                  </a:lnTo>
                  <a:lnTo>
                    <a:pt x="7636318" y="299876"/>
                  </a:lnTo>
                  <a:lnTo>
                    <a:pt x="7652297" y="344494"/>
                  </a:lnTo>
                  <a:lnTo>
                    <a:pt x="7663874" y="390562"/>
                  </a:lnTo>
                  <a:lnTo>
                    <a:pt x="7669133" y="425810"/>
                  </a:lnTo>
                  <a:lnTo>
                    <a:pt x="7669133" y="3156856"/>
                  </a:lnTo>
                  <a:lnTo>
                    <a:pt x="7652297" y="3238174"/>
                  </a:lnTo>
                  <a:lnTo>
                    <a:pt x="7636318" y="3282791"/>
                  </a:lnTo>
                  <a:lnTo>
                    <a:pt x="7616068" y="3325638"/>
                  </a:lnTo>
                  <a:lnTo>
                    <a:pt x="7591679" y="3366396"/>
                  </a:lnTo>
                  <a:lnTo>
                    <a:pt x="7563284" y="3404746"/>
                  </a:lnTo>
                  <a:lnTo>
                    <a:pt x="7531013" y="3440369"/>
                  </a:lnTo>
                  <a:lnTo>
                    <a:pt x="7495382" y="3472640"/>
                  </a:lnTo>
                  <a:lnTo>
                    <a:pt x="7457028" y="3501035"/>
                  </a:lnTo>
                  <a:lnTo>
                    <a:pt x="7416269" y="3525424"/>
                  </a:lnTo>
                  <a:lnTo>
                    <a:pt x="7373424" y="3545674"/>
                  </a:lnTo>
                  <a:lnTo>
                    <a:pt x="7328810" y="3561653"/>
                  </a:lnTo>
                  <a:lnTo>
                    <a:pt x="7282745" y="3573230"/>
                  </a:lnTo>
                  <a:lnTo>
                    <a:pt x="7235547" y="3580273"/>
                  </a:lnTo>
                  <a:lnTo>
                    <a:pt x="7187534" y="3582661"/>
                  </a:lnTo>
                  <a:close/>
                </a:path>
              </a:pathLst>
            </a:custGeom>
            <a:solidFill>
              <a:srgbClr val="CDE6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44586" y="1673592"/>
              <a:ext cx="7673340" cy="3581400"/>
            </a:xfrm>
            <a:custGeom>
              <a:avLst/>
              <a:gdLst/>
              <a:ahLst/>
              <a:cxnLst/>
              <a:rect l="l" t="t" r="r" b="b"/>
              <a:pathLst>
                <a:path w="7673340" h="3581400">
                  <a:moveTo>
                    <a:pt x="460533" y="3581376"/>
                  </a:moveTo>
                  <a:lnTo>
                    <a:pt x="390603" y="3573243"/>
                  </a:lnTo>
                  <a:lnTo>
                    <a:pt x="344528" y="3561667"/>
                  </a:lnTo>
                  <a:lnTo>
                    <a:pt x="299903" y="3545688"/>
                  </a:lnTo>
                  <a:lnTo>
                    <a:pt x="257047" y="3525438"/>
                  </a:lnTo>
                  <a:lnTo>
                    <a:pt x="216279" y="3501047"/>
                  </a:lnTo>
                  <a:lnTo>
                    <a:pt x="177917" y="3472648"/>
                  </a:lnTo>
                  <a:lnTo>
                    <a:pt x="142282" y="3440373"/>
                  </a:lnTo>
                  <a:lnTo>
                    <a:pt x="110004" y="3404740"/>
                  </a:lnTo>
                  <a:lnTo>
                    <a:pt x="81604" y="3366379"/>
                  </a:lnTo>
                  <a:lnTo>
                    <a:pt x="57213" y="3325610"/>
                  </a:lnTo>
                  <a:lnTo>
                    <a:pt x="36963" y="3282753"/>
                  </a:lnTo>
                  <a:lnTo>
                    <a:pt x="20985" y="3238127"/>
                  </a:lnTo>
                  <a:lnTo>
                    <a:pt x="9411" y="3192051"/>
                  </a:lnTo>
                  <a:lnTo>
                    <a:pt x="2373" y="3144844"/>
                  </a:lnTo>
                  <a:lnTo>
                    <a:pt x="0" y="3096828"/>
                  </a:lnTo>
                  <a:lnTo>
                    <a:pt x="0" y="485765"/>
                  </a:lnTo>
                  <a:lnTo>
                    <a:pt x="2379" y="437746"/>
                  </a:lnTo>
                  <a:lnTo>
                    <a:pt x="9425" y="390542"/>
                  </a:lnTo>
                  <a:lnTo>
                    <a:pt x="21007" y="344470"/>
                  </a:lnTo>
                  <a:lnTo>
                    <a:pt x="36991" y="299849"/>
                  </a:lnTo>
                  <a:lnTo>
                    <a:pt x="57246" y="256998"/>
                  </a:lnTo>
                  <a:lnTo>
                    <a:pt x="81640" y="216235"/>
                  </a:lnTo>
                  <a:lnTo>
                    <a:pt x="110041" y="177880"/>
                  </a:lnTo>
                  <a:lnTo>
                    <a:pt x="142316" y="142250"/>
                  </a:lnTo>
                  <a:lnTo>
                    <a:pt x="177952" y="109983"/>
                  </a:lnTo>
                  <a:lnTo>
                    <a:pt x="216312" y="81590"/>
                  </a:lnTo>
                  <a:lnTo>
                    <a:pt x="257078" y="57206"/>
                  </a:lnTo>
                  <a:lnTo>
                    <a:pt x="299930" y="36960"/>
                  </a:lnTo>
                  <a:lnTo>
                    <a:pt x="344550" y="20986"/>
                  </a:lnTo>
                  <a:lnTo>
                    <a:pt x="390619" y="9414"/>
                  </a:lnTo>
                  <a:lnTo>
                    <a:pt x="437819" y="2376"/>
                  </a:lnTo>
                  <a:lnTo>
                    <a:pt x="485831" y="0"/>
                  </a:lnTo>
                  <a:lnTo>
                    <a:pt x="7187450" y="2"/>
                  </a:lnTo>
                  <a:lnTo>
                    <a:pt x="7235464" y="2367"/>
                  </a:lnTo>
                  <a:lnTo>
                    <a:pt x="7282666" y="9402"/>
                  </a:lnTo>
                  <a:lnTo>
                    <a:pt x="7328737" y="20973"/>
                  </a:lnTo>
                  <a:lnTo>
                    <a:pt x="7373358" y="36948"/>
                  </a:lnTo>
                  <a:lnTo>
                    <a:pt x="7416211" y="57195"/>
                  </a:lnTo>
                  <a:lnTo>
                    <a:pt x="7456978" y="81581"/>
                  </a:lnTo>
                  <a:lnTo>
                    <a:pt x="7495340" y="109975"/>
                  </a:lnTo>
                  <a:lnTo>
                    <a:pt x="7530979" y="142245"/>
                  </a:lnTo>
                  <a:lnTo>
                    <a:pt x="7563256" y="177875"/>
                  </a:lnTo>
                  <a:lnTo>
                    <a:pt x="7591657" y="216232"/>
                  </a:lnTo>
                  <a:lnTo>
                    <a:pt x="7616052" y="256996"/>
                  </a:lnTo>
                  <a:lnTo>
                    <a:pt x="7636307" y="299849"/>
                  </a:lnTo>
                  <a:lnTo>
                    <a:pt x="7652291" y="344472"/>
                  </a:lnTo>
                  <a:lnTo>
                    <a:pt x="7663872" y="390546"/>
                  </a:lnTo>
                  <a:lnTo>
                    <a:pt x="7670917" y="437752"/>
                  </a:lnTo>
                  <a:lnTo>
                    <a:pt x="7673294" y="485768"/>
                  </a:lnTo>
                  <a:lnTo>
                    <a:pt x="7673297" y="3096832"/>
                  </a:lnTo>
                  <a:lnTo>
                    <a:pt x="7670925" y="3144853"/>
                  </a:lnTo>
                  <a:lnTo>
                    <a:pt x="7663886" y="3192062"/>
                  </a:lnTo>
                  <a:lnTo>
                    <a:pt x="7652310" y="3238140"/>
                  </a:lnTo>
                  <a:lnTo>
                    <a:pt x="7636330" y="3282768"/>
                  </a:lnTo>
                  <a:lnTo>
                    <a:pt x="7616078" y="3325625"/>
                  </a:lnTo>
                  <a:lnTo>
                    <a:pt x="7591684" y="3366394"/>
                  </a:lnTo>
                  <a:lnTo>
                    <a:pt x="7563280" y="3404753"/>
                  </a:lnTo>
                  <a:lnTo>
                    <a:pt x="7531000" y="3440384"/>
                  </a:lnTo>
                  <a:lnTo>
                    <a:pt x="7495361" y="3472658"/>
                  </a:lnTo>
                  <a:lnTo>
                    <a:pt x="7456997" y="3501056"/>
                  </a:lnTo>
                  <a:lnTo>
                    <a:pt x="7416228" y="3525446"/>
                  </a:lnTo>
                  <a:lnTo>
                    <a:pt x="7373371" y="3545695"/>
                  </a:lnTo>
                  <a:lnTo>
                    <a:pt x="7328746" y="3561671"/>
                  </a:lnTo>
                  <a:lnTo>
                    <a:pt x="7282671" y="3573243"/>
                  </a:lnTo>
                  <a:lnTo>
                    <a:pt x="7235465" y="3580279"/>
                  </a:lnTo>
                  <a:lnTo>
                    <a:pt x="7212775" y="358133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536" y="2854695"/>
              <a:ext cx="95250" cy="9525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536" y="3245220"/>
              <a:ext cx="95250" cy="9525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536" y="3635745"/>
              <a:ext cx="95250" cy="9525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536" y="4026270"/>
              <a:ext cx="95250" cy="9525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536" y="4416795"/>
              <a:ext cx="95250" cy="95250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850267" y="1810152"/>
            <a:ext cx="6085840" cy="2828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75920">
              <a:lnSpc>
                <a:spcPct val="100000"/>
              </a:lnSpc>
              <a:spcBef>
                <a:spcPts val="100"/>
              </a:spcBef>
            </a:pPr>
            <a:r>
              <a:rPr dirty="0" sz="2800" spc="-10" b="1">
                <a:latin typeface="Times New Roman"/>
                <a:cs typeface="Times New Roman"/>
              </a:rPr>
              <a:t>Feasibility</a:t>
            </a:r>
            <a:r>
              <a:rPr dirty="0" sz="2800" spc="-1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ts val="3080"/>
              </a:lnSpc>
              <a:spcBef>
                <a:spcPts val="5"/>
              </a:spcBef>
            </a:pPr>
            <a:r>
              <a:rPr dirty="0" sz="2600">
                <a:latin typeface="Times New Roman"/>
                <a:cs typeface="Times New Roman"/>
              </a:rPr>
              <a:t>Uses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existing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EEG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signal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processing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methods </a:t>
            </a:r>
            <a:r>
              <a:rPr dirty="0" sz="2600">
                <a:latin typeface="Times New Roman"/>
                <a:cs typeface="Times New Roman"/>
              </a:rPr>
              <a:t>Low</a:t>
            </a:r>
            <a:r>
              <a:rPr dirty="0" sz="2600">
                <a:latin typeface="Microsoft Sans Serif"/>
                <a:cs typeface="Microsoft Sans Serif"/>
              </a:rPr>
              <a:t>‑</a:t>
            </a:r>
            <a:r>
              <a:rPr dirty="0" sz="2600">
                <a:latin typeface="Times New Roman"/>
                <a:cs typeface="Times New Roman"/>
              </a:rPr>
              <a:t>cost,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non</a:t>
            </a:r>
            <a:r>
              <a:rPr dirty="0" sz="2600">
                <a:latin typeface="Microsoft Sans Serif"/>
                <a:cs typeface="Microsoft Sans Serif"/>
              </a:rPr>
              <a:t>‑</a:t>
            </a:r>
            <a:r>
              <a:rPr dirty="0" sz="2600">
                <a:latin typeface="Times New Roman"/>
                <a:cs typeface="Times New Roman"/>
              </a:rPr>
              <a:t>medical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EEG</a:t>
            </a:r>
            <a:r>
              <a:rPr dirty="0" sz="2600" spc="-7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hardware </a:t>
            </a:r>
            <a:r>
              <a:rPr dirty="0" sz="2600">
                <a:latin typeface="Times New Roman"/>
                <a:cs typeface="Times New Roman"/>
              </a:rPr>
              <a:t>Software</a:t>
            </a:r>
            <a:r>
              <a:rPr dirty="0" sz="2600">
                <a:latin typeface="Microsoft Sans Serif"/>
                <a:cs typeface="Microsoft Sans Serif"/>
              </a:rPr>
              <a:t>‑</a:t>
            </a:r>
            <a:r>
              <a:rPr dirty="0" sz="2600">
                <a:latin typeface="Times New Roman"/>
                <a:cs typeface="Times New Roman"/>
              </a:rPr>
              <a:t>driven</a:t>
            </a:r>
            <a:r>
              <a:rPr dirty="0" sz="2600" spc="-1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authentication</a:t>
            </a:r>
            <a:r>
              <a:rPr dirty="0" sz="2600" spc="-114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logic </a:t>
            </a:r>
            <a:r>
              <a:rPr dirty="0" sz="2600">
                <a:latin typeface="Times New Roman"/>
                <a:cs typeface="Times New Roman"/>
              </a:rPr>
              <a:t>Prototype</a:t>
            </a:r>
            <a:r>
              <a:rPr dirty="0" sz="2600" spc="-6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buildable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within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hackathon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time</a:t>
            </a:r>
            <a:r>
              <a:rPr dirty="0" sz="2600" spc="6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No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dependency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on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large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ML</a:t>
            </a:r>
            <a:r>
              <a:rPr dirty="0" sz="2600" spc="-13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models</a:t>
            </a:r>
            <a:endParaRPr sz="2600">
              <a:latin typeface="Times New Roman"/>
              <a:cs typeface="Times New Roman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94990" y="5513435"/>
            <a:ext cx="7848600" cy="3762375"/>
            <a:chOff x="194990" y="5513435"/>
            <a:chExt cx="7848600" cy="3762375"/>
          </a:xfrm>
        </p:grpSpPr>
        <p:sp>
          <p:nvSpPr>
            <p:cNvPr id="15" name="object 15" descr=""/>
            <p:cNvSpPr/>
            <p:nvPr/>
          </p:nvSpPr>
          <p:spPr>
            <a:xfrm>
              <a:off x="214040" y="5532484"/>
              <a:ext cx="7811770" cy="3724275"/>
            </a:xfrm>
            <a:custGeom>
              <a:avLst/>
              <a:gdLst/>
              <a:ahLst/>
              <a:cxnLst/>
              <a:rect l="l" t="t" r="r" b="b"/>
              <a:pathLst>
                <a:path w="7811770" h="3724275">
                  <a:moveTo>
                    <a:pt x="7328509" y="3723862"/>
                  </a:moveTo>
                  <a:lnTo>
                    <a:pt x="485774" y="3723862"/>
                  </a:lnTo>
                  <a:lnTo>
                    <a:pt x="437761" y="3721488"/>
                  </a:lnTo>
                  <a:lnTo>
                    <a:pt x="390561" y="3714445"/>
                  </a:lnTo>
                  <a:lnTo>
                    <a:pt x="344493" y="3702868"/>
                  </a:lnTo>
                  <a:lnTo>
                    <a:pt x="299876" y="3686889"/>
                  </a:lnTo>
                  <a:lnTo>
                    <a:pt x="257028" y="3666639"/>
                  </a:lnTo>
                  <a:lnTo>
                    <a:pt x="216266" y="3642250"/>
                  </a:lnTo>
                  <a:lnTo>
                    <a:pt x="177911" y="3613855"/>
                  </a:lnTo>
                  <a:lnTo>
                    <a:pt x="142279" y="3581584"/>
                  </a:lnTo>
                  <a:lnTo>
                    <a:pt x="110010" y="3545951"/>
                  </a:lnTo>
                  <a:lnTo>
                    <a:pt x="81615" y="3507594"/>
                  </a:lnTo>
                  <a:lnTo>
                    <a:pt x="57227" y="3466830"/>
                  </a:lnTo>
                  <a:lnTo>
                    <a:pt x="36977" y="3423979"/>
                  </a:lnTo>
                  <a:lnTo>
                    <a:pt x="20997" y="3379360"/>
                  </a:lnTo>
                  <a:lnTo>
                    <a:pt x="9420" y="3333290"/>
                  </a:lnTo>
                  <a:lnTo>
                    <a:pt x="2377" y="3286089"/>
                  </a:lnTo>
                  <a:lnTo>
                    <a:pt x="0" y="3238074"/>
                  </a:lnTo>
                  <a:lnTo>
                    <a:pt x="0" y="485761"/>
                  </a:lnTo>
                  <a:lnTo>
                    <a:pt x="2377" y="437757"/>
                  </a:lnTo>
                  <a:lnTo>
                    <a:pt x="9420" y="390563"/>
                  </a:lnTo>
                  <a:lnTo>
                    <a:pt x="20997" y="344499"/>
                  </a:lnTo>
                  <a:lnTo>
                    <a:pt x="36977" y="299883"/>
                  </a:lnTo>
                  <a:lnTo>
                    <a:pt x="57227" y="257034"/>
                  </a:lnTo>
                  <a:lnTo>
                    <a:pt x="81615" y="216272"/>
                  </a:lnTo>
                  <a:lnTo>
                    <a:pt x="110010" y="177915"/>
                  </a:lnTo>
                  <a:lnTo>
                    <a:pt x="142279" y="142282"/>
                  </a:lnTo>
                  <a:lnTo>
                    <a:pt x="177911" y="110011"/>
                  </a:lnTo>
                  <a:lnTo>
                    <a:pt x="216266" y="81616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3" y="20998"/>
                  </a:lnTo>
                  <a:lnTo>
                    <a:pt x="390561" y="9421"/>
                  </a:lnTo>
                  <a:lnTo>
                    <a:pt x="437761" y="2378"/>
                  </a:lnTo>
                  <a:lnTo>
                    <a:pt x="485774" y="0"/>
                  </a:lnTo>
                  <a:lnTo>
                    <a:pt x="7328509" y="0"/>
                  </a:lnTo>
                  <a:lnTo>
                    <a:pt x="7376523" y="2378"/>
                  </a:lnTo>
                  <a:lnTo>
                    <a:pt x="7423725" y="9421"/>
                  </a:lnTo>
                  <a:lnTo>
                    <a:pt x="7469794" y="20998"/>
                  </a:lnTo>
                  <a:lnTo>
                    <a:pt x="7514414" y="36977"/>
                  </a:lnTo>
                  <a:lnTo>
                    <a:pt x="7557265" y="57227"/>
                  </a:lnTo>
                  <a:lnTo>
                    <a:pt x="7598028" y="81616"/>
                  </a:lnTo>
                  <a:lnTo>
                    <a:pt x="7636386" y="110011"/>
                  </a:lnTo>
                  <a:lnTo>
                    <a:pt x="7672018" y="142282"/>
                  </a:lnTo>
                  <a:lnTo>
                    <a:pt x="7704289" y="177915"/>
                  </a:lnTo>
                  <a:lnTo>
                    <a:pt x="7732685" y="216272"/>
                  </a:lnTo>
                  <a:lnTo>
                    <a:pt x="7757073" y="257034"/>
                  </a:lnTo>
                  <a:lnTo>
                    <a:pt x="7777323" y="299883"/>
                  </a:lnTo>
                  <a:lnTo>
                    <a:pt x="7793302" y="344499"/>
                  </a:lnTo>
                  <a:lnTo>
                    <a:pt x="7804879" y="390563"/>
                  </a:lnTo>
                  <a:lnTo>
                    <a:pt x="7811382" y="434138"/>
                  </a:lnTo>
                  <a:lnTo>
                    <a:pt x="7811382" y="3289708"/>
                  </a:lnTo>
                  <a:lnTo>
                    <a:pt x="7804879" y="3333290"/>
                  </a:lnTo>
                  <a:lnTo>
                    <a:pt x="7793302" y="3379360"/>
                  </a:lnTo>
                  <a:lnTo>
                    <a:pt x="7777323" y="3423979"/>
                  </a:lnTo>
                  <a:lnTo>
                    <a:pt x="7757073" y="3466830"/>
                  </a:lnTo>
                  <a:lnTo>
                    <a:pt x="7732685" y="3507594"/>
                  </a:lnTo>
                  <a:lnTo>
                    <a:pt x="7704289" y="3545951"/>
                  </a:lnTo>
                  <a:lnTo>
                    <a:pt x="7672018" y="3581584"/>
                  </a:lnTo>
                  <a:lnTo>
                    <a:pt x="7636386" y="3613855"/>
                  </a:lnTo>
                  <a:lnTo>
                    <a:pt x="7598028" y="3642250"/>
                  </a:lnTo>
                  <a:lnTo>
                    <a:pt x="7557265" y="3666639"/>
                  </a:lnTo>
                  <a:lnTo>
                    <a:pt x="7514414" y="3686889"/>
                  </a:lnTo>
                  <a:lnTo>
                    <a:pt x="7469794" y="3702868"/>
                  </a:lnTo>
                  <a:lnTo>
                    <a:pt x="7423725" y="3714445"/>
                  </a:lnTo>
                  <a:lnTo>
                    <a:pt x="7376523" y="3721488"/>
                  </a:lnTo>
                  <a:lnTo>
                    <a:pt x="7328509" y="3723862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14040" y="5532485"/>
              <a:ext cx="7810500" cy="3724275"/>
            </a:xfrm>
            <a:custGeom>
              <a:avLst/>
              <a:gdLst/>
              <a:ahLst/>
              <a:cxnLst/>
              <a:rect l="l" t="t" r="r" b="b"/>
              <a:pathLst>
                <a:path w="7810500" h="3724275">
                  <a:moveTo>
                    <a:pt x="7810439" y="3295615"/>
                  </a:moveTo>
                  <a:lnTo>
                    <a:pt x="7793303" y="3379359"/>
                  </a:lnTo>
                  <a:lnTo>
                    <a:pt x="7777321" y="3423984"/>
                  </a:lnTo>
                  <a:lnTo>
                    <a:pt x="7757068" y="3466840"/>
                  </a:lnTo>
                  <a:lnTo>
                    <a:pt x="7732674" y="3507607"/>
                  </a:lnTo>
                  <a:lnTo>
                    <a:pt x="7704273" y="3545968"/>
                  </a:lnTo>
                  <a:lnTo>
                    <a:pt x="7671996" y="3581604"/>
                  </a:lnTo>
                  <a:lnTo>
                    <a:pt x="7636357" y="3613875"/>
                  </a:lnTo>
                  <a:lnTo>
                    <a:pt x="7597994" y="3642269"/>
                  </a:lnTo>
                  <a:lnTo>
                    <a:pt x="7557225" y="3666656"/>
                  </a:lnTo>
                  <a:lnTo>
                    <a:pt x="7514369" y="3686904"/>
                  </a:lnTo>
                  <a:lnTo>
                    <a:pt x="7469744" y="3702879"/>
                  </a:lnTo>
                  <a:lnTo>
                    <a:pt x="7423670" y="3714452"/>
                  </a:lnTo>
                  <a:lnTo>
                    <a:pt x="7376465" y="3721489"/>
                  </a:lnTo>
                  <a:lnTo>
                    <a:pt x="7328450" y="3723863"/>
                  </a:lnTo>
                  <a:lnTo>
                    <a:pt x="485768" y="3723863"/>
                  </a:lnTo>
                  <a:lnTo>
                    <a:pt x="437751" y="3721485"/>
                  </a:lnTo>
                  <a:lnTo>
                    <a:pt x="390548" y="3714440"/>
                  </a:lnTo>
                  <a:lnTo>
                    <a:pt x="344477" y="3702860"/>
                  </a:lnTo>
                  <a:lnTo>
                    <a:pt x="299857" y="3686878"/>
                  </a:lnTo>
                  <a:lnTo>
                    <a:pt x="257007" y="3666624"/>
                  </a:lnTo>
                  <a:lnTo>
                    <a:pt x="216244" y="3642232"/>
                  </a:lnTo>
                  <a:lnTo>
                    <a:pt x="177889" y="3613833"/>
                  </a:lnTo>
                  <a:lnTo>
                    <a:pt x="142260" y="3581560"/>
                  </a:lnTo>
                  <a:lnTo>
                    <a:pt x="109993" y="3545925"/>
                  </a:lnTo>
                  <a:lnTo>
                    <a:pt x="81600" y="3507567"/>
                  </a:lnTo>
                  <a:lnTo>
                    <a:pt x="57215" y="3466803"/>
                  </a:lnTo>
                  <a:lnTo>
                    <a:pt x="36968" y="3423952"/>
                  </a:lnTo>
                  <a:lnTo>
                    <a:pt x="20991" y="3379333"/>
                  </a:lnTo>
                  <a:lnTo>
                    <a:pt x="9417" y="3333265"/>
                  </a:lnTo>
                  <a:lnTo>
                    <a:pt x="2376" y="3286065"/>
                  </a:lnTo>
                  <a:lnTo>
                    <a:pt x="0" y="3238052"/>
                  </a:lnTo>
                  <a:lnTo>
                    <a:pt x="0" y="485770"/>
                  </a:lnTo>
                  <a:lnTo>
                    <a:pt x="2377" y="437757"/>
                  </a:lnTo>
                  <a:lnTo>
                    <a:pt x="9421" y="390559"/>
                  </a:lnTo>
                  <a:lnTo>
                    <a:pt x="21000" y="344492"/>
                  </a:lnTo>
                  <a:lnTo>
                    <a:pt x="36980" y="299875"/>
                  </a:lnTo>
                  <a:lnTo>
                    <a:pt x="57230" y="257027"/>
                  </a:lnTo>
                  <a:lnTo>
                    <a:pt x="81618" y="216267"/>
                  </a:lnTo>
                  <a:lnTo>
                    <a:pt x="110012" y="177911"/>
                  </a:lnTo>
                  <a:lnTo>
                    <a:pt x="142280" y="142280"/>
                  </a:lnTo>
                  <a:lnTo>
                    <a:pt x="177910" y="110010"/>
                  </a:lnTo>
                  <a:lnTo>
                    <a:pt x="216265" y="81615"/>
                  </a:lnTo>
                  <a:lnTo>
                    <a:pt x="257026" y="57226"/>
                  </a:lnTo>
                  <a:lnTo>
                    <a:pt x="299874" y="36976"/>
                  </a:lnTo>
                  <a:lnTo>
                    <a:pt x="344491" y="20997"/>
                  </a:lnTo>
                  <a:lnTo>
                    <a:pt x="390559" y="9420"/>
                  </a:lnTo>
                  <a:lnTo>
                    <a:pt x="437758" y="2377"/>
                  </a:lnTo>
                  <a:lnTo>
                    <a:pt x="485770" y="0"/>
                  </a:lnTo>
                  <a:lnTo>
                    <a:pt x="7328450" y="0"/>
                  </a:lnTo>
                  <a:lnTo>
                    <a:pt x="7376464" y="2367"/>
                  </a:lnTo>
                  <a:lnTo>
                    <a:pt x="7423666" y="9404"/>
                  </a:lnTo>
                  <a:lnTo>
                    <a:pt x="7469737" y="20975"/>
                  </a:lnTo>
                  <a:lnTo>
                    <a:pt x="7514359" y="36949"/>
                  </a:lnTo>
                  <a:lnTo>
                    <a:pt x="7557214" y="57194"/>
                  </a:lnTo>
                  <a:lnTo>
                    <a:pt x="7597982" y="81579"/>
                  </a:lnTo>
                  <a:lnTo>
                    <a:pt x="7636344" y="109971"/>
                  </a:lnTo>
                  <a:lnTo>
                    <a:pt x="7671983" y="142240"/>
                  </a:lnTo>
                  <a:lnTo>
                    <a:pt x="7704260" y="177873"/>
                  </a:lnTo>
                  <a:lnTo>
                    <a:pt x="7732663" y="216232"/>
                  </a:lnTo>
                  <a:lnTo>
                    <a:pt x="7757057" y="256997"/>
                  </a:lnTo>
                  <a:lnTo>
                    <a:pt x="7777313" y="299850"/>
                  </a:lnTo>
                  <a:lnTo>
                    <a:pt x="7793297" y="344473"/>
                  </a:lnTo>
                  <a:lnTo>
                    <a:pt x="7804878" y="390547"/>
                  </a:lnTo>
                  <a:lnTo>
                    <a:pt x="7810426" y="42823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3453232" y="5735717"/>
            <a:ext cx="13360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 b="1">
                <a:latin typeface="Times New Roman"/>
                <a:cs typeface="Times New Roman"/>
              </a:rPr>
              <a:t>Viability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575990" y="6780260"/>
            <a:ext cx="95250" cy="1657350"/>
            <a:chOff x="575990" y="6780260"/>
            <a:chExt cx="95250" cy="1657350"/>
          </a:xfrm>
        </p:grpSpPr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990" y="6780260"/>
              <a:ext cx="95250" cy="95250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990" y="7170785"/>
              <a:ext cx="95250" cy="9525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990" y="7561310"/>
              <a:ext cx="95250" cy="95250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990" y="7951835"/>
              <a:ext cx="95250" cy="95250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990" y="8342360"/>
              <a:ext cx="95250" cy="95250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819721" y="6580299"/>
            <a:ext cx="7056755" cy="1983739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3080"/>
              </a:lnSpc>
              <a:spcBef>
                <a:spcPts val="235"/>
              </a:spcBef>
            </a:pPr>
            <a:r>
              <a:rPr dirty="0" sz="2600">
                <a:latin typeface="Times New Roman"/>
                <a:cs typeface="Times New Roman"/>
              </a:rPr>
              <a:t>Addresses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real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security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gap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passkeys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&amp;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biometrics </a:t>
            </a:r>
            <a:r>
              <a:rPr dirty="0" sz="2600" spc="-25">
                <a:latin typeface="Times New Roman"/>
                <a:cs typeface="Times New Roman"/>
              </a:rPr>
              <a:t>Works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as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second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factor,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not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replacement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ts val="2950"/>
              </a:lnSpc>
            </a:pPr>
            <a:r>
              <a:rPr dirty="0" sz="2600">
                <a:latin typeface="Times New Roman"/>
                <a:cs typeface="Times New Roman"/>
              </a:rPr>
              <a:t>Scales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with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improving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wearable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EEG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tech</a:t>
            </a:r>
            <a:endParaRPr sz="2600">
              <a:latin typeface="Times New Roman"/>
              <a:cs typeface="Times New Roman"/>
            </a:endParaRPr>
          </a:p>
          <a:p>
            <a:pPr marL="12700" marR="685800">
              <a:lnSpc>
                <a:spcPts val="3080"/>
              </a:lnSpc>
              <a:spcBef>
                <a:spcPts val="110"/>
              </a:spcBef>
            </a:pPr>
            <a:r>
              <a:rPr dirty="0" sz="2600">
                <a:latin typeface="Times New Roman"/>
                <a:cs typeface="Times New Roman"/>
              </a:rPr>
              <a:t>High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relevance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for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secure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systems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&amp;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exams </a:t>
            </a:r>
            <a:r>
              <a:rPr dirty="0" sz="2600">
                <a:latin typeface="Times New Roman"/>
                <a:cs typeface="Times New Roman"/>
              </a:rPr>
              <a:t>Strong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future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adoption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high</a:t>
            </a:r>
            <a:r>
              <a:rPr dirty="0" sz="2600">
                <a:latin typeface="Microsoft Sans Serif"/>
                <a:cs typeface="Microsoft Sans Serif"/>
              </a:rPr>
              <a:t>‑</a:t>
            </a:r>
            <a:r>
              <a:rPr dirty="0" sz="2600">
                <a:latin typeface="Times New Roman"/>
                <a:cs typeface="Times New Roman"/>
              </a:rPr>
              <a:t>security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domains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25" name="object 25" descr=""/>
          <p:cNvSpPr txBox="1"/>
          <p:nvPr/>
        </p:nvSpPr>
        <p:spPr>
          <a:xfrm>
            <a:off x="11659027" y="1890582"/>
            <a:ext cx="2859405" cy="4392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1F1F1F"/>
                </a:solidFill>
                <a:latin typeface="Arial Black"/>
                <a:cs typeface="Arial Black"/>
              </a:rPr>
              <a:t>Product</a:t>
            </a: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830"/>
              </a:spcBef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ts val="1625"/>
              </a:lnSpc>
            </a:pPr>
            <a:r>
              <a:rPr dirty="0" sz="1400" spc="-75">
                <a:solidFill>
                  <a:srgbClr val="1F1F1F"/>
                </a:solidFill>
                <a:latin typeface="Arial Black"/>
                <a:cs typeface="Arial Black"/>
              </a:rPr>
              <a:t>Neuphony</a:t>
            </a:r>
            <a:r>
              <a:rPr dirty="0" sz="1400" spc="-105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400" spc="-170">
                <a:solidFill>
                  <a:srgbClr val="1F1F1F"/>
                </a:solidFill>
                <a:latin typeface="Arial Black"/>
                <a:cs typeface="Arial Black"/>
              </a:rPr>
              <a:t>EXG</a:t>
            </a:r>
            <a:r>
              <a:rPr dirty="0" sz="1400" spc="-10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400" spc="-114">
                <a:solidFill>
                  <a:srgbClr val="1F1F1F"/>
                </a:solidFill>
                <a:latin typeface="Arial Black"/>
                <a:cs typeface="Arial Black"/>
              </a:rPr>
              <a:t>Synapse</a:t>
            </a:r>
            <a:r>
              <a:rPr dirty="0" sz="1400" spc="-85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400" spc="-25">
                <a:solidFill>
                  <a:srgbClr val="1F1F1F"/>
                </a:solidFill>
                <a:latin typeface="Lucida Sans"/>
                <a:cs typeface="Lucida Sans"/>
              </a:rPr>
              <a:t>OR</a:t>
            </a:r>
            <a:endParaRPr sz="1400">
              <a:latin typeface="Lucida Sans"/>
              <a:cs typeface="Lucida Sans"/>
            </a:endParaRPr>
          </a:p>
          <a:p>
            <a:pPr>
              <a:lnSpc>
                <a:spcPts val="1625"/>
              </a:lnSpc>
            </a:pPr>
            <a:r>
              <a:rPr dirty="0" sz="1400" spc="-95">
                <a:solidFill>
                  <a:srgbClr val="1F1F1F"/>
                </a:solidFill>
                <a:latin typeface="Arial Black"/>
                <a:cs typeface="Arial Black"/>
              </a:rPr>
              <a:t>BioAmp</a:t>
            </a:r>
            <a:r>
              <a:rPr dirty="0" sz="1400" spc="-11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400" spc="-170">
                <a:solidFill>
                  <a:srgbClr val="1F1F1F"/>
                </a:solidFill>
                <a:latin typeface="Arial Black"/>
                <a:cs typeface="Arial Black"/>
              </a:rPr>
              <a:t>EXG</a:t>
            </a:r>
            <a:r>
              <a:rPr dirty="0" sz="1400" spc="-105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1F1F1F"/>
                </a:solidFill>
                <a:latin typeface="Arial Black"/>
                <a:cs typeface="Arial Black"/>
              </a:rPr>
              <a:t>Pill</a:t>
            </a:r>
            <a:endParaRPr sz="1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r>
              <a:rPr dirty="0" sz="1400" spc="-75">
                <a:solidFill>
                  <a:srgbClr val="1F1F1F"/>
                </a:solidFill>
                <a:latin typeface="Arial Black"/>
                <a:cs typeface="Arial Black"/>
              </a:rPr>
              <a:t>Arduino</a:t>
            </a:r>
            <a:r>
              <a:rPr dirty="0" sz="1400" spc="-12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400" spc="-85">
                <a:solidFill>
                  <a:srgbClr val="1F1F1F"/>
                </a:solidFill>
                <a:latin typeface="Arial Black"/>
                <a:cs typeface="Arial Black"/>
              </a:rPr>
              <a:t>Uno</a:t>
            </a:r>
            <a:r>
              <a:rPr dirty="0" sz="1400" spc="-12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400" spc="-150">
                <a:solidFill>
                  <a:srgbClr val="1F1F1F"/>
                </a:solidFill>
                <a:latin typeface="Arial Black"/>
                <a:cs typeface="Arial Black"/>
              </a:rPr>
              <a:t>R3</a:t>
            </a:r>
            <a:r>
              <a:rPr dirty="0" sz="1400" spc="-105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400">
                <a:solidFill>
                  <a:srgbClr val="1F1F1F"/>
                </a:solidFill>
                <a:latin typeface="Lucida Sans"/>
                <a:cs typeface="Lucida Sans"/>
              </a:rPr>
              <a:t>(Clone)</a:t>
            </a:r>
            <a:r>
              <a:rPr dirty="0" sz="1400" spc="-85">
                <a:solidFill>
                  <a:srgbClr val="1F1F1F"/>
                </a:solidFill>
                <a:latin typeface="Lucida Sans"/>
                <a:cs typeface="Lucida Sans"/>
              </a:rPr>
              <a:t> </a:t>
            </a:r>
            <a:r>
              <a:rPr dirty="0" sz="1400">
                <a:solidFill>
                  <a:srgbClr val="1F1F1F"/>
                </a:solidFill>
                <a:latin typeface="Lucida Sans"/>
                <a:cs typeface="Lucida Sans"/>
              </a:rPr>
              <a:t>or</a:t>
            </a:r>
            <a:r>
              <a:rPr dirty="0" sz="1400" spc="-80">
                <a:solidFill>
                  <a:srgbClr val="1F1F1F"/>
                </a:solidFill>
                <a:latin typeface="Lucida Sans"/>
                <a:cs typeface="Lucida Sans"/>
              </a:rPr>
              <a:t> </a:t>
            </a:r>
            <a:r>
              <a:rPr dirty="0" sz="1400" spc="-70">
                <a:solidFill>
                  <a:srgbClr val="1F1F1F"/>
                </a:solidFill>
                <a:latin typeface="Arial Black"/>
                <a:cs typeface="Arial Black"/>
              </a:rPr>
              <a:t>ESP32</a:t>
            </a:r>
            <a:endParaRPr sz="1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Arial Black"/>
              <a:cs typeface="Arial Black"/>
            </a:endParaRPr>
          </a:p>
          <a:p>
            <a:pPr>
              <a:lnSpc>
                <a:spcPts val="1730"/>
              </a:lnSpc>
            </a:pPr>
            <a:r>
              <a:rPr dirty="0" sz="1500">
                <a:solidFill>
                  <a:srgbClr val="1F1F1F"/>
                </a:solidFill>
                <a:latin typeface="Lucida Sans"/>
                <a:cs typeface="Lucida Sans"/>
              </a:rPr>
              <a:t>Gel-based</a:t>
            </a:r>
            <a:r>
              <a:rPr dirty="0" sz="1500" spc="-40">
                <a:solidFill>
                  <a:srgbClr val="1F1F1F"/>
                </a:solidFill>
                <a:latin typeface="Lucida Sans"/>
                <a:cs typeface="Lucida Sans"/>
              </a:rPr>
              <a:t> </a:t>
            </a:r>
            <a:r>
              <a:rPr dirty="0" sz="1500">
                <a:solidFill>
                  <a:srgbClr val="1F1F1F"/>
                </a:solidFill>
                <a:latin typeface="Lucida Sans"/>
                <a:cs typeface="Lucida Sans"/>
              </a:rPr>
              <a:t>disposable</a:t>
            </a:r>
            <a:r>
              <a:rPr dirty="0" sz="1500" spc="-40">
                <a:solidFill>
                  <a:srgbClr val="1F1F1F"/>
                </a:solidFill>
                <a:latin typeface="Lucida Sans"/>
                <a:cs typeface="Lucida Sans"/>
              </a:rPr>
              <a:t> </a:t>
            </a:r>
            <a:r>
              <a:rPr dirty="0" sz="1500" spc="-10">
                <a:solidFill>
                  <a:srgbClr val="1F1F1F"/>
                </a:solidFill>
                <a:latin typeface="Lucida Sans"/>
                <a:cs typeface="Lucida Sans"/>
              </a:rPr>
              <a:t>ECG/EEG studs</a:t>
            </a:r>
            <a:endParaRPr sz="15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z="1500">
              <a:latin typeface="Lucida Sans"/>
              <a:cs typeface="Lucida Sans"/>
            </a:endParaRPr>
          </a:p>
          <a:p>
            <a:pPr marR="121285">
              <a:lnSpc>
                <a:spcPts val="1730"/>
              </a:lnSpc>
              <a:spcBef>
                <a:spcPts val="5"/>
              </a:spcBef>
            </a:pPr>
            <a:r>
              <a:rPr dirty="0" sz="1500">
                <a:solidFill>
                  <a:srgbClr val="1F1F1F"/>
                </a:solidFill>
                <a:latin typeface="Lucida Sans"/>
                <a:cs typeface="Lucida Sans"/>
              </a:rPr>
              <a:t>Bio-potential</a:t>
            </a:r>
            <a:r>
              <a:rPr dirty="0" sz="1500" spc="140">
                <a:solidFill>
                  <a:srgbClr val="1F1F1F"/>
                </a:solidFill>
                <a:latin typeface="Lucida Sans"/>
                <a:cs typeface="Lucida Sans"/>
              </a:rPr>
              <a:t> </a:t>
            </a:r>
            <a:r>
              <a:rPr dirty="0" sz="1500">
                <a:solidFill>
                  <a:srgbClr val="1F1F1F"/>
                </a:solidFill>
                <a:latin typeface="Lucida Sans"/>
                <a:cs typeface="Lucida Sans"/>
              </a:rPr>
              <a:t>cables</a:t>
            </a:r>
            <a:r>
              <a:rPr dirty="0" sz="1500" spc="140">
                <a:solidFill>
                  <a:srgbClr val="1F1F1F"/>
                </a:solidFill>
                <a:latin typeface="Lucida Sans"/>
                <a:cs typeface="Lucida Sans"/>
              </a:rPr>
              <a:t> </a:t>
            </a:r>
            <a:r>
              <a:rPr dirty="0" sz="1500">
                <a:solidFill>
                  <a:srgbClr val="1F1F1F"/>
                </a:solidFill>
                <a:latin typeface="Lucida Sans"/>
                <a:cs typeface="Lucida Sans"/>
              </a:rPr>
              <a:t>(Snap-</a:t>
            </a:r>
            <a:r>
              <a:rPr dirty="0" sz="1500" spc="-25">
                <a:solidFill>
                  <a:srgbClr val="1F1F1F"/>
                </a:solidFill>
                <a:latin typeface="Lucida Sans"/>
                <a:cs typeface="Lucida Sans"/>
              </a:rPr>
              <a:t>on </a:t>
            </a:r>
            <a:r>
              <a:rPr dirty="0" sz="1500" spc="-10">
                <a:solidFill>
                  <a:srgbClr val="1F1F1F"/>
                </a:solidFill>
                <a:latin typeface="Lucida Sans"/>
                <a:cs typeface="Lucida Sans"/>
              </a:rPr>
              <a:t>type)</a:t>
            </a:r>
            <a:endParaRPr sz="15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15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5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r>
              <a:rPr dirty="0" sz="1500">
                <a:solidFill>
                  <a:srgbClr val="1F1F1F"/>
                </a:solidFill>
                <a:latin typeface="Lucida Sans"/>
                <a:cs typeface="Lucida Sans"/>
              </a:rPr>
              <a:t>9V</a:t>
            </a:r>
            <a:r>
              <a:rPr dirty="0" sz="1500" spc="-75">
                <a:solidFill>
                  <a:srgbClr val="1F1F1F"/>
                </a:solidFill>
                <a:latin typeface="Lucida Sans"/>
                <a:cs typeface="Lucida Sans"/>
              </a:rPr>
              <a:t> </a:t>
            </a:r>
            <a:r>
              <a:rPr dirty="0" sz="1500" spc="40">
                <a:solidFill>
                  <a:srgbClr val="1F1F1F"/>
                </a:solidFill>
                <a:latin typeface="Lucida Sans"/>
                <a:cs typeface="Lucida Sans"/>
              </a:rPr>
              <a:t>Battery</a:t>
            </a:r>
            <a:endParaRPr sz="1500">
              <a:latin typeface="Lucida Sans"/>
              <a:cs typeface="Lucida Sans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8518245" y="1890582"/>
            <a:ext cx="1471295" cy="52190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0" spc="-20">
                <a:solidFill>
                  <a:srgbClr val="1F1F1F"/>
                </a:solidFill>
                <a:latin typeface="Arial Black"/>
                <a:cs typeface="Arial Black"/>
              </a:rPr>
              <a:t>Item</a:t>
            </a:r>
            <a:endParaRPr sz="1500">
              <a:latin typeface="Arial Black"/>
              <a:cs typeface="Arial Black"/>
            </a:endParaRPr>
          </a:p>
          <a:p>
            <a:pPr>
              <a:lnSpc>
                <a:spcPct val="361600"/>
              </a:lnSpc>
            </a:pPr>
            <a:r>
              <a:rPr dirty="0" sz="1500" spc="-125">
                <a:solidFill>
                  <a:srgbClr val="1F1F1F"/>
                </a:solidFill>
                <a:latin typeface="Arial Black"/>
                <a:cs typeface="Arial Black"/>
              </a:rPr>
              <a:t>BCI </a:t>
            </a:r>
            <a:r>
              <a:rPr dirty="0" sz="1500" spc="-10">
                <a:solidFill>
                  <a:srgbClr val="1F1F1F"/>
                </a:solidFill>
                <a:latin typeface="Arial Black"/>
                <a:cs typeface="Arial Black"/>
              </a:rPr>
              <a:t>Sensor </a:t>
            </a:r>
            <a:r>
              <a:rPr dirty="0" sz="1500" spc="-75">
                <a:solidFill>
                  <a:srgbClr val="1F1F1F"/>
                </a:solidFill>
                <a:latin typeface="Arial Black"/>
                <a:cs typeface="Arial Black"/>
              </a:rPr>
              <a:t>Microcontroller </a:t>
            </a:r>
            <a:r>
              <a:rPr dirty="0" sz="1500" spc="-10">
                <a:solidFill>
                  <a:srgbClr val="1F1F1F"/>
                </a:solidFill>
                <a:latin typeface="Arial Black"/>
                <a:cs typeface="Arial Black"/>
              </a:rPr>
              <a:t>Electrodes Cables</a:t>
            </a:r>
            <a:endParaRPr sz="1500">
              <a:latin typeface="Arial Black"/>
              <a:cs typeface="Arial Black"/>
            </a:endParaRPr>
          </a:p>
          <a:p>
            <a:pPr marR="877569">
              <a:lnSpc>
                <a:spcPct val="361600"/>
              </a:lnSpc>
            </a:pPr>
            <a:r>
              <a:rPr dirty="0" sz="1500" spc="-125">
                <a:solidFill>
                  <a:srgbClr val="1F1F1F"/>
                </a:solidFill>
                <a:latin typeface="Arial Black"/>
                <a:cs typeface="Arial Black"/>
              </a:rPr>
              <a:t>Power </a:t>
            </a:r>
            <a:r>
              <a:rPr dirty="0" sz="1500" spc="-10">
                <a:solidFill>
                  <a:srgbClr val="1F1F1F"/>
                </a:solidFill>
                <a:latin typeface="Arial Black"/>
                <a:cs typeface="Arial Black"/>
              </a:rPr>
              <a:t>Total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4799837" y="1890582"/>
            <a:ext cx="1770380" cy="52190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0" spc="-100">
                <a:solidFill>
                  <a:srgbClr val="1F1F1F"/>
                </a:solidFill>
                <a:latin typeface="Arial Black"/>
                <a:cs typeface="Arial Black"/>
              </a:rPr>
              <a:t>Approx. </a:t>
            </a:r>
            <a:r>
              <a:rPr dirty="0" sz="1500" spc="-110">
                <a:solidFill>
                  <a:srgbClr val="1F1F1F"/>
                </a:solidFill>
                <a:latin typeface="Arial Black"/>
                <a:cs typeface="Arial Black"/>
              </a:rPr>
              <a:t>Price</a:t>
            </a:r>
            <a:r>
              <a:rPr dirty="0" sz="1500" spc="-95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500" spc="-90">
                <a:solidFill>
                  <a:srgbClr val="1F1F1F"/>
                </a:solidFill>
                <a:latin typeface="Arial Black"/>
                <a:cs typeface="Arial Black"/>
              </a:rPr>
              <a:t>(INR)</a:t>
            </a: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r>
              <a:rPr dirty="0" sz="1500" spc="-30">
                <a:solidFill>
                  <a:srgbClr val="1F1F1F"/>
                </a:solidFill>
                <a:latin typeface="Microsoft Sans Serif"/>
                <a:cs typeface="Microsoft Sans Serif"/>
              </a:rPr>
              <a:t>₹</a:t>
            </a:r>
            <a:r>
              <a:rPr dirty="0" sz="1500" spc="-30">
                <a:solidFill>
                  <a:srgbClr val="1F1F1F"/>
                </a:solidFill>
                <a:latin typeface="Lucida Sans"/>
                <a:cs typeface="Lucida Sans"/>
              </a:rPr>
              <a:t>1,200</a:t>
            </a:r>
            <a:r>
              <a:rPr dirty="0" sz="1500" spc="-100">
                <a:solidFill>
                  <a:srgbClr val="1F1F1F"/>
                </a:solidFill>
                <a:latin typeface="Lucida Sans"/>
                <a:cs typeface="Lucida Sans"/>
              </a:rPr>
              <a:t> </a:t>
            </a:r>
            <a:r>
              <a:rPr dirty="0" sz="1500" spc="105">
                <a:solidFill>
                  <a:srgbClr val="1F1F1F"/>
                </a:solidFill>
                <a:latin typeface="Lucida Sans"/>
                <a:cs typeface="Lucida Sans"/>
              </a:rPr>
              <a:t>–</a:t>
            </a:r>
            <a:r>
              <a:rPr dirty="0" sz="1500" spc="-95">
                <a:solidFill>
                  <a:srgbClr val="1F1F1F"/>
                </a:solidFill>
                <a:latin typeface="Lucida Sans"/>
                <a:cs typeface="Lucida Sans"/>
              </a:rPr>
              <a:t> </a:t>
            </a:r>
            <a:r>
              <a:rPr dirty="0" sz="1500" spc="-10">
                <a:solidFill>
                  <a:srgbClr val="1F1F1F"/>
                </a:solidFill>
                <a:latin typeface="Microsoft Sans Serif"/>
                <a:cs typeface="Microsoft Sans Serif"/>
              </a:rPr>
              <a:t>₹</a:t>
            </a:r>
            <a:r>
              <a:rPr dirty="0" sz="1500" spc="-10">
                <a:solidFill>
                  <a:srgbClr val="1F1F1F"/>
                </a:solidFill>
                <a:latin typeface="Lucida Sans"/>
                <a:cs typeface="Lucida Sans"/>
              </a:rPr>
              <a:t>1,500</a:t>
            </a:r>
            <a:endParaRPr sz="15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15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15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r>
              <a:rPr dirty="0" sz="1500" spc="-10">
                <a:solidFill>
                  <a:srgbClr val="1F1F1F"/>
                </a:solidFill>
                <a:latin typeface="Microsoft Sans Serif"/>
                <a:cs typeface="Microsoft Sans Serif"/>
              </a:rPr>
              <a:t>₹</a:t>
            </a:r>
            <a:r>
              <a:rPr dirty="0" sz="1500" spc="-10">
                <a:solidFill>
                  <a:srgbClr val="1F1F1F"/>
                </a:solidFill>
                <a:latin typeface="Lucida Sans"/>
                <a:cs typeface="Lucida Sans"/>
              </a:rPr>
              <a:t>450</a:t>
            </a:r>
            <a:r>
              <a:rPr dirty="0" sz="1500" spc="-100">
                <a:solidFill>
                  <a:srgbClr val="1F1F1F"/>
                </a:solidFill>
                <a:latin typeface="Lucida Sans"/>
                <a:cs typeface="Lucida Sans"/>
              </a:rPr>
              <a:t> </a:t>
            </a:r>
            <a:r>
              <a:rPr dirty="0" sz="1500" spc="105">
                <a:solidFill>
                  <a:srgbClr val="1F1F1F"/>
                </a:solidFill>
                <a:latin typeface="Lucida Sans"/>
                <a:cs typeface="Lucida Sans"/>
              </a:rPr>
              <a:t>–</a:t>
            </a:r>
            <a:r>
              <a:rPr dirty="0" sz="1500" spc="-95">
                <a:solidFill>
                  <a:srgbClr val="1F1F1F"/>
                </a:solidFill>
                <a:latin typeface="Lucida Sans"/>
                <a:cs typeface="Lucida Sans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Microsoft Sans Serif"/>
                <a:cs typeface="Microsoft Sans Serif"/>
              </a:rPr>
              <a:t>₹</a:t>
            </a:r>
            <a:r>
              <a:rPr dirty="0" sz="1500" spc="30">
                <a:solidFill>
                  <a:srgbClr val="1F1F1F"/>
                </a:solidFill>
                <a:latin typeface="Lucida Sans"/>
                <a:cs typeface="Lucida Sans"/>
              </a:rPr>
              <a:t>600</a:t>
            </a:r>
            <a:endParaRPr sz="15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15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15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r>
              <a:rPr dirty="0" sz="1500">
                <a:solidFill>
                  <a:srgbClr val="1F1F1F"/>
                </a:solidFill>
                <a:latin typeface="Microsoft Sans Serif"/>
                <a:cs typeface="Microsoft Sans Serif"/>
              </a:rPr>
              <a:t>₹</a:t>
            </a:r>
            <a:r>
              <a:rPr dirty="0" sz="1500">
                <a:solidFill>
                  <a:srgbClr val="1F1F1F"/>
                </a:solidFill>
                <a:latin typeface="Lucida Sans"/>
                <a:cs typeface="Lucida Sans"/>
              </a:rPr>
              <a:t>200</a:t>
            </a:r>
            <a:r>
              <a:rPr dirty="0" sz="1500" spc="-75">
                <a:solidFill>
                  <a:srgbClr val="1F1F1F"/>
                </a:solidFill>
                <a:latin typeface="Lucida Sans"/>
                <a:cs typeface="Lucida Sans"/>
              </a:rPr>
              <a:t> </a:t>
            </a:r>
            <a:r>
              <a:rPr dirty="0" sz="1500" spc="105">
                <a:solidFill>
                  <a:srgbClr val="1F1F1F"/>
                </a:solidFill>
                <a:latin typeface="Lucida Sans"/>
                <a:cs typeface="Lucida Sans"/>
              </a:rPr>
              <a:t>–</a:t>
            </a:r>
            <a:r>
              <a:rPr dirty="0" sz="1500" spc="-75">
                <a:solidFill>
                  <a:srgbClr val="1F1F1F"/>
                </a:solidFill>
                <a:latin typeface="Lucida Sans"/>
                <a:cs typeface="Lucida Sans"/>
              </a:rPr>
              <a:t> </a:t>
            </a:r>
            <a:r>
              <a:rPr dirty="0" sz="1500" spc="-20">
                <a:solidFill>
                  <a:srgbClr val="1F1F1F"/>
                </a:solidFill>
                <a:latin typeface="Microsoft Sans Serif"/>
                <a:cs typeface="Microsoft Sans Serif"/>
              </a:rPr>
              <a:t>₹</a:t>
            </a:r>
            <a:r>
              <a:rPr dirty="0" sz="1500" spc="-20">
                <a:solidFill>
                  <a:srgbClr val="1F1F1F"/>
                </a:solidFill>
                <a:latin typeface="Lucida Sans"/>
                <a:cs typeface="Lucida Sans"/>
              </a:rPr>
              <a:t>300</a:t>
            </a:r>
            <a:endParaRPr sz="15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15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15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r>
              <a:rPr dirty="0" sz="1500">
                <a:solidFill>
                  <a:srgbClr val="1F1F1F"/>
                </a:solidFill>
                <a:latin typeface="Microsoft Sans Serif"/>
                <a:cs typeface="Microsoft Sans Serif"/>
              </a:rPr>
              <a:t>₹</a:t>
            </a:r>
            <a:r>
              <a:rPr dirty="0" sz="1500">
                <a:solidFill>
                  <a:srgbClr val="1F1F1F"/>
                </a:solidFill>
                <a:latin typeface="Lucida Sans"/>
                <a:cs typeface="Lucida Sans"/>
              </a:rPr>
              <a:t>300</a:t>
            </a:r>
            <a:r>
              <a:rPr dirty="0" sz="1500" spc="-45">
                <a:solidFill>
                  <a:srgbClr val="1F1F1F"/>
                </a:solidFill>
                <a:latin typeface="Lucida Sans"/>
                <a:cs typeface="Lucida Sans"/>
              </a:rPr>
              <a:t> </a:t>
            </a:r>
            <a:r>
              <a:rPr dirty="0" sz="1500" spc="105">
                <a:solidFill>
                  <a:srgbClr val="1F1F1F"/>
                </a:solidFill>
                <a:latin typeface="Lucida Sans"/>
                <a:cs typeface="Lucida Sans"/>
              </a:rPr>
              <a:t>–</a:t>
            </a:r>
            <a:r>
              <a:rPr dirty="0" sz="1500" spc="-45">
                <a:solidFill>
                  <a:srgbClr val="1F1F1F"/>
                </a:solidFill>
                <a:latin typeface="Lucida Sans"/>
                <a:cs typeface="Lucida Sans"/>
              </a:rPr>
              <a:t> </a:t>
            </a:r>
            <a:r>
              <a:rPr dirty="0" sz="1500" spc="-20">
                <a:solidFill>
                  <a:srgbClr val="1F1F1F"/>
                </a:solidFill>
                <a:latin typeface="Microsoft Sans Serif"/>
                <a:cs typeface="Microsoft Sans Serif"/>
              </a:rPr>
              <a:t>₹</a:t>
            </a:r>
            <a:r>
              <a:rPr dirty="0" sz="1500" spc="-20">
                <a:solidFill>
                  <a:srgbClr val="1F1F1F"/>
                </a:solidFill>
                <a:latin typeface="Lucida Sans"/>
                <a:cs typeface="Lucida Sans"/>
              </a:rPr>
              <a:t>400</a:t>
            </a:r>
            <a:endParaRPr sz="15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15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15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r>
              <a:rPr dirty="0" sz="1500" spc="-20">
                <a:solidFill>
                  <a:srgbClr val="1F1F1F"/>
                </a:solidFill>
                <a:latin typeface="Microsoft Sans Serif"/>
                <a:cs typeface="Microsoft Sans Serif"/>
              </a:rPr>
              <a:t>₹</a:t>
            </a:r>
            <a:r>
              <a:rPr dirty="0" sz="1500" spc="-20">
                <a:solidFill>
                  <a:srgbClr val="1F1F1F"/>
                </a:solidFill>
                <a:latin typeface="Lucida Sans"/>
                <a:cs typeface="Lucida Sans"/>
              </a:rPr>
              <a:t>100</a:t>
            </a:r>
            <a:endParaRPr sz="15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15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15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r>
              <a:rPr dirty="0" sz="1500" spc="-95">
                <a:solidFill>
                  <a:srgbClr val="1F1F1F"/>
                </a:solidFill>
                <a:latin typeface="Arial Black"/>
                <a:cs typeface="Arial Black"/>
              </a:rPr>
              <a:t>~₹2,500</a:t>
            </a:r>
            <a:r>
              <a:rPr dirty="0" sz="1500" spc="-13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500" spc="110">
                <a:solidFill>
                  <a:srgbClr val="1F1F1F"/>
                </a:solidFill>
                <a:latin typeface="Arial Black"/>
                <a:cs typeface="Arial Black"/>
              </a:rPr>
              <a:t>–</a:t>
            </a:r>
            <a:r>
              <a:rPr dirty="0" sz="1500" spc="-13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500" spc="-10">
                <a:solidFill>
                  <a:srgbClr val="1F1F1F"/>
                </a:solidFill>
                <a:latin typeface="Arial Black"/>
                <a:cs typeface="Arial Black"/>
              </a:rPr>
              <a:t>₹2,900</a:t>
            </a:r>
            <a:endParaRPr sz="1500">
              <a:latin typeface="Arial Black"/>
              <a:cs typeface="Arial Black"/>
            </a:endParaRPr>
          </a:p>
        </p:txBody>
      </p:sp>
      <p:graphicFrame>
        <p:nvGraphicFramePr>
          <p:cNvPr id="28" name="object 28" descr=""/>
          <p:cNvGraphicFramePr>
            <a:graphicFrameLocks noGrp="1"/>
          </p:cNvGraphicFramePr>
          <p:nvPr/>
        </p:nvGraphicFramePr>
        <p:xfrm>
          <a:off x="8437283" y="1603682"/>
          <a:ext cx="9508490" cy="5782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40710"/>
                <a:gridCol w="3140710"/>
                <a:gridCol w="3140710"/>
              </a:tblGrid>
              <a:tr h="826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826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826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826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826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826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826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29" name="object 29" descr=""/>
          <p:cNvSpPr txBox="1"/>
          <p:nvPr/>
        </p:nvSpPr>
        <p:spPr>
          <a:xfrm>
            <a:off x="9179073" y="7654928"/>
            <a:ext cx="7792720" cy="151130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40"/>
              </a:spcBef>
            </a:pPr>
            <a:r>
              <a:rPr dirty="0" sz="2800" spc="-10">
                <a:solidFill>
                  <a:srgbClr val="FF3131"/>
                </a:solidFill>
                <a:latin typeface="Arial"/>
                <a:cs typeface="Arial"/>
              </a:rPr>
              <a:t>NOTE:</a:t>
            </a:r>
            <a:endParaRPr sz="2800">
              <a:latin typeface="Arial"/>
              <a:cs typeface="Arial"/>
            </a:endParaRPr>
          </a:p>
          <a:p>
            <a:pPr algn="ctr" marL="12700" marR="5080">
              <a:lnSpc>
                <a:spcPct val="116100"/>
              </a:lnSpc>
            </a:pPr>
            <a:r>
              <a:rPr dirty="0" sz="2800">
                <a:solidFill>
                  <a:srgbClr val="FF3131"/>
                </a:solidFill>
                <a:latin typeface="Arial"/>
                <a:cs typeface="Arial"/>
              </a:rPr>
              <a:t>The</a:t>
            </a:r>
            <a:r>
              <a:rPr dirty="0" sz="2800" spc="-80">
                <a:solidFill>
                  <a:srgbClr val="FF3131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3131"/>
                </a:solidFill>
                <a:latin typeface="Arial"/>
                <a:cs typeface="Arial"/>
              </a:rPr>
              <a:t>price</a:t>
            </a:r>
            <a:r>
              <a:rPr dirty="0" sz="2800" spc="-80">
                <a:solidFill>
                  <a:srgbClr val="FF3131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3131"/>
                </a:solidFill>
                <a:latin typeface="Arial"/>
                <a:cs typeface="Arial"/>
              </a:rPr>
              <a:t>range</a:t>
            </a:r>
            <a:r>
              <a:rPr dirty="0" sz="2800" spc="-75">
                <a:solidFill>
                  <a:srgbClr val="FF3131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3131"/>
                </a:solidFill>
                <a:latin typeface="Arial"/>
                <a:cs typeface="Arial"/>
              </a:rPr>
              <a:t>for</a:t>
            </a:r>
            <a:r>
              <a:rPr dirty="0" sz="2800" spc="-80">
                <a:solidFill>
                  <a:srgbClr val="FF3131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3131"/>
                </a:solidFill>
                <a:latin typeface="Arial"/>
                <a:cs typeface="Arial"/>
              </a:rPr>
              <a:t>a</a:t>
            </a:r>
            <a:r>
              <a:rPr dirty="0" sz="2800" spc="-80">
                <a:solidFill>
                  <a:srgbClr val="FF3131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3131"/>
                </a:solidFill>
                <a:latin typeface="Arial"/>
                <a:cs typeface="Arial"/>
              </a:rPr>
              <a:t>standard</a:t>
            </a:r>
            <a:r>
              <a:rPr dirty="0" sz="2800" spc="-75">
                <a:solidFill>
                  <a:srgbClr val="FF3131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3131"/>
                </a:solidFill>
                <a:latin typeface="Arial"/>
                <a:cs typeface="Arial"/>
              </a:rPr>
              <a:t>hardware</a:t>
            </a:r>
            <a:r>
              <a:rPr dirty="0" sz="2800" spc="-80">
                <a:solidFill>
                  <a:srgbClr val="FF3131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FF3131"/>
                </a:solidFill>
                <a:latin typeface="Arial"/>
                <a:cs typeface="Arial"/>
              </a:rPr>
              <a:t>passkey </a:t>
            </a:r>
            <a:r>
              <a:rPr dirty="0" sz="2800">
                <a:solidFill>
                  <a:srgbClr val="FF3131"/>
                </a:solidFill>
                <a:latin typeface="Arial"/>
                <a:cs typeface="Arial"/>
              </a:rPr>
              <a:t>falls</a:t>
            </a:r>
            <a:r>
              <a:rPr dirty="0" sz="2800" spc="-85">
                <a:solidFill>
                  <a:srgbClr val="FF3131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3131"/>
                </a:solidFill>
                <a:latin typeface="Arial"/>
                <a:cs typeface="Arial"/>
              </a:rPr>
              <a:t>between</a:t>
            </a:r>
            <a:r>
              <a:rPr dirty="0" sz="2800" spc="-85">
                <a:solidFill>
                  <a:srgbClr val="FF3131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3131"/>
                </a:solidFill>
                <a:latin typeface="Arial"/>
                <a:cs typeface="Arial"/>
              </a:rPr>
              <a:t>₹3,000</a:t>
            </a:r>
            <a:r>
              <a:rPr dirty="0" sz="2800" spc="-80">
                <a:solidFill>
                  <a:srgbClr val="FF3131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3131"/>
                </a:solidFill>
                <a:latin typeface="Arial"/>
                <a:cs typeface="Arial"/>
              </a:rPr>
              <a:t>and</a:t>
            </a:r>
            <a:r>
              <a:rPr dirty="0" sz="2800" spc="-85">
                <a:solidFill>
                  <a:srgbClr val="FF3131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FF3131"/>
                </a:solidFill>
                <a:latin typeface="Arial"/>
                <a:cs typeface="Arial"/>
              </a:rPr>
              <a:t>₹20,000.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66235" algn="l"/>
                <a:tab pos="5822950" algn="l"/>
              </a:tabLst>
            </a:pPr>
            <a:r>
              <a:rPr dirty="0" spc="-10"/>
              <a:t>RESEARCH</a:t>
            </a:r>
            <a:r>
              <a:rPr dirty="0"/>
              <a:t>	</a:t>
            </a:r>
            <a:r>
              <a:rPr dirty="0" spc="-25"/>
              <a:t>AND</a:t>
            </a:r>
            <a:r>
              <a:rPr dirty="0"/>
              <a:t>	</a:t>
            </a:r>
            <a:r>
              <a:rPr dirty="0" spc="-10"/>
              <a:t>REFERENCES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2178" y="2896230"/>
            <a:ext cx="85833" cy="8583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2178" y="3818942"/>
            <a:ext cx="85833" cy="8583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2178" y="4741653"/>
            <a:ext cx="85833" cy="85833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2664457" y="4891862"/>
            <a:ext cx="14604" cy="21590"/>
          </a:xfrm>
          <a:custGeom>
            <a:avLst/>
            <a:gdLst/>
            <a:ahLst/>
            <a:cxnLst/>
            <a:rect l="l" t="t" r="r" b="b"/>
            <a:pathLst>
              <a:path w="14605" h="21589">
                <a:moveTo>
                  <a:pt x="14474" y="21458"/>
                </a:moveTo>
                <a:lnTo>
                  <a:pt x="0" y="21458"/>
                </a:lnTo>
                <a:lnTo>
                  <a:pt x="0" y="0"/>
                </a:lnTo>
                <a:lnTo>
                  <a:pt x="14474" y="0"/>
                </a:lnTo>
                <a:lnTo>
                  <a:pt x="14474" y="21458"/>
                </a:lnTo>
                <a:close/>
              </a:path>
            </a:pathLst>
          </a:custGeom>
          <a:solidFill>
            <a:srgbClr val="37B5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2178" y="5664365"/>
            <a:ext cx="85833" cy="85833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2178" y="7745831"/>
            <a:ext cx="85833" cy="85833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2178" y="8453958"/>
            <a:ext cx="85833" cy="85833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Academic</a:t>
            </a:r>
            <a:r>
              <a:rPr dirty="0" spc="-40"/>
              <a:t> </a:t>
            </a:r>
            <a:r>
              <a:rPr dirty="0" spc="-10"/>
              <a:t>Publications</a:t>
            </a:r>
          </a:p>
          <a:p>
            <a:pPr marL="525780" marR="5080">
              <a:lnSpc>
                <a:spcPct val="128800"/>
              </a:lnSpc>
              <a:spcBef>
                <a:spcPts val="1700"/>
              </a:spcBef>
            </a:pP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Chuang</a:t>
            </a:r>
            <a:r>
              <a:rPr dirty="0" sz="2350">
                <a:solidFill>
                  <a:srgbClr val="37B5FF"/>
                </a:solidFill>
                <a:hlinkClick r:id="rId4"/>
              </a:rPr>
              <a:t>,</a:t>
            </a:r>
            <a:r>
              <a:rPr dirty="0" u="sng" sz="2350" spc="3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J.</a:t>
            </a:r>
            <a:r>
              <a:rPr dirty="0" sz="2350">
                <a:solidFill>
                  <a:srgbClr val="37B5FF"/>
                </a:solidFill>
                <a:hlinkClick r:id="rId4"/>
              </a:rPr>
              <a:t>,</a:t>
            </a:r>
            <a:r>
              <a:rPr dirty="0" u="sng" sz="2350" spc="3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N</a:t>
            </a:r>
            <a:r>
              <a:rPr dirty="0" sz="2350">
                <a:solidFill>
                  <a:srgbClr val="37B5FF"/>
                </a:solidFill>
                <a:hlinkClick r:id="rId4"/>
              </a:rPr>
              <a:t>g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uyen</a:t>
            </a:r>
            <a:r>
              <a:rPr dirty="0" sz="2350">
                <a:solidFill>
                  <a:srgbClr val="37B5FF"/>
                </a:solidFill>
                <a:hlinkClick r:id="rId4"/>
              </a:rPr>
              <a:t>,</a:t>
            </a:r>
            <a:r>
              <a:rPr dirty="0" u="sng" sz="2350" spc="3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H.</a:t>
            </a:r>
            <a:r>
              <a:rPr dirty="0" sz="2350">
                <a:solidFill>
                  <a:srgbClr val="37B5FF"/>
                </a:solidFill>
                <a:hlinkClick r:id="rId4"/>
              </a:rPr>
              <a:t>,</a:t>
            </a:r>
            <a:r>
              <a:rPr dirty="0" u="sng" sz="2350" spc="32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&amp;</a:t>
            </a:r>
            <a:r>
              <a:rPr dirty="0" u="sng" sz="2350" spc="40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Sayed</a:t>
            </a:r>
            <a:r>
              <a:rPr dirty="0" sz="2350">
                <a:solidFill>
                  <a:srgbClr val="37B5FF"/>
                </a:solidFill>
                <a:hlinkClick r:id="rId4"/>
              </a:rPr>
              <a:t>,</a:t>
            </a:r>
            <a:r>
              <a:rPr dirty="0" u="sng" sz="2350" spc="3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B.</a:t>
            </a:r>
            <a:r>
              <a:rPr dirty="0" u="sng" sz="2350" spc="40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 </a:t>
            </a:r>
            <a:r>
              <a:rPr dirty="0" sz="2350" spc="-25">
                <a:solidFill>
                  <a:srgbClr val="37B5FF"/>
                </a:solidFill>
                <a:hlinkClick r:id="rId4"/>
              </a:rPr>
              <a:t>(</a:t>
            </a:r>
            <a:r>
              <a:rPr dirty="0" u="sng" sz="2350" spc="-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2013</a:t>
            </a:r>
            <a:r>
              <a:rPr dirty="0" sz="2350" spc="-25">
                <a:solidFill>
                  <a:srgbClr val="37B5FF"/>
                </a:solidFill>
                <a:hlinkClick r:id="rId4"/>
              </a:rPr>
              <a:t>)</a:t>
            </a:r>
            <a:r>
              <a:rPr dirty="0" u="sng" sz="2350" spc="-45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.</a:t>
            </a:r>
            <a:r>
              <a:rPr dirty="0" sz="2350" spc="405">
                <a:solidFill>
                  <a:srgbClr val="37B5FF"/>
                </a:solidFill>
              </a:rPr>
              <a:t> </a:t>
            </a:r>
            <a:r>
              <a:rPr dirty="0" sz="2350"/>
              <a:t>"Cerebrem:</a:t>
            </a:r>
            <a:r>
              <a:rPr dirty="0" sz="2350" spc="270"/>
              <a:t> </a:t>
            </a:r>
            <a:r>
              <a:rPr dirty="0" sz="2350"/>
              <a:t>A</a:t>
            </a:r>
            <a:r>
              <a:rPr dirty="0" sz="2350" spc="265"/>
              <a:t> </a:t>
            </a:r>
            <a:r>
              <a:rPr dirty="0" sz="2350"/>
              <a:t>Brain-Computer</a:t>
            </a:r>
            <a:r>
              <a:rPr dirty="0" sz="2350" spc="360"/>
              <a:t> </a:t>
            </a:r>
            <a:r>
              <a:rPr dirty="0" sz="2350"/>
              <a:t>Interface</a:t>
            </a:r>
            <a:r>
              <a:rPr dirty="0" sz="2350" spc="405"/>
              <a:t> </a:t>
            </a:r>
            <a:r>
              <a:rPr dirty="0" sz="2350"/>
              <a:t>for</a:t>
            </a:r>
            <a:r>
              <a:rPr dirty="0" sz="2350" spc="360"/>
              <a:t> </a:t>
            </a:r>
            <a:r>
              <a:rPr dirty="0" sz="2350"/>
              <a:t>User</a:t>
            </a:r>
            <a:r>
              <a:rPr dirty="0" sz="2350" spc="225"/>
              <a:t> </a:t>
            </a:r>
            <a:r>
              <a:rPr dirty="0" sz="2350" spc="-10"/>
              <a:t>Authentication." </a:t>
            </a:r>
            <a:r>
              <a:rPr dirty="0" sz="2350"/>
              <a:t>Demonstrates</a:t>
            </a:r>
            <a:r>
              <a:rPr dirty="0" sz="2350" spc="5"/>
              <a:t> </a:t>
            </a:r>
            <a:r>
              <a:rPr dirty="0" sz="2350"/>
              <a:t>the</a:t>
            </a:r>
            <a:r>
              <a:rPr dirty="0" sz="2350" spc="20"/>
              <a:t> </a:t>
            </a:r>
            <a:r>
              <a:rPr dirty="0" sz="2350"/>
              <a:t>use</a:t>
            </a:r>
            <a:r>
              <a:rPr dirty="0" sz="2350" spc="15"/>
              <a:t> </a:t>
            </a:r>
            <a:r>
              <a:rPr dirty="0" sz="2350"/>
              <a:t>of</a:t>
            </a:r>
            <a:r>
              <a:rPr dirty="0" sz="2350" spc="20"/>
              <a:t> </a:t>
            </a:r>
            <a:r>
              <a:rPr dirty="0" sz="2350"/>
              <a:t>mental</a:t>
            </a:r>
            <a:r>
              <a:rPr dirty="0" sz="2350" spc="15"/>
              <a:t> </a:t>
            </a:r>
            <a:r>
              <a:rPr dirty="0" sz="2350"/>
              <a:t>tasks</a:t>
            </a:r>
            <a:r>
              <a:rPr dirty="0" sz="2350" spc="20"/>
              <a:t> </a:t>
            </a:r>
            <a:r>
              <a:rPr dirty="0" sz="2350"/>
              <a:t>(e.g.,</a:t>
            </a:r>
            <a:r>
              <a:rPr dirty="0" sz="2350" spc="15"/>
              <a:t> </a:t>
            </a:r>
            <a:r>
              <a:rPr dirty="0" sz="2350"/>
              <a:t>imagining</a:t>
            </a:r>
            <a:r>
              <a:rPr dirty="0" sz="2350" spc="15"/>
              <a:t> </a:t>
            </a:r>
            <a:r>
              <a:rPr dirty="0" sz="2350"/>
              <a:t>movement)</a:t>
            </a:r>
            <a:r>
              <a:rPr dirty="0" sz="2350" spc="20"/>
              <a:t> </a:t>
            </a:r>
            <a:r>
              <a:rPr dirty="0" sz="2350"/>
              <a:t>as</a:t>
            </a:r>
            <a:r>
              <a:rPr dirty="0" sz="2350" spc="15"/>
              <a:t> </a:t>
            </a:r>
            <a:r>
              <a:rPr dirty="0" sz="2350"/>
              <a:t>a</a:t>
            </a:r>
            <a:r>
              <a:rPr dirty="0" sz="2350" spc="20"/>
              <a:t> </a:t>
            </a:r>
            <a:r>
              <a:rPr dirty="0" sz="2350"/>
              <a:t>viable,</a:t>
            </a:r>
            <a:r>
              <a:rPr dirty="0" sz="2350" spc="15"/>
              <a:t> </a:t>
            </a:r>
            <a:r>
              <a:rPr dirty="0" sz="2350"/>
              <a:t>secure</a:t>
            </a:r>
            <a:r>
              <a:rPr dirty="0" sz="2350" spc="20"/>
              <a:t> </a:t>
            </a:r>
            <a:r>
              <a:rPr dirty="0" sz="2350"/>
              <a:t>cryptographic</a:t>
            </a:r>
            <a:r>
              <a:rPr dirty="0" sz="2350" spc="15"/>
              <a:t> </a:t>
            </a:r>
            <a:r>
              <a:rPr dirty="0" sz="2350" spc="-20"/>
              <a:t>key.</a:t>
            </a:r>
            <a:endParaRPr sz="2350"/>
          </a:p>
          <a:p>
            <a:pPr marL="525780" marR="5080">
              <a:lnSpc>
                <a:spcPct val="128800"/>
              </a:lnSpc>
              <a:tabLst>
                <a:tab pos="3556000" algn="l"/>
                <a:tab pos="4680585" algn="l"/>
                <a:tab pos="5704205" algn="l"/>
                <a:tab pos="7265034" algn="l"/>
                <a:tab pos="7659370" algn="l"/>
                <a:tab pos="9279255" algn="l"/>
                <a:tab pos="10814050" algn="l"/>
                <a:tab pos="11337290" algn="l"/>
                <a:tab pos="14371955" algn="l"/>
              </a:tabLst>
            </a:pP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Gui</a:t>
            </a:r>
            <a:r>
              <a:rPr dirty="0" sz="2350">
                <a:solidFill>
                  <a:srgbClr val="37B5FF"/>
                </a:solidFill>
                <a:hlinkClick r:id="rId5"/>
              </a:rPr>
              <a:t>,</a:t>
            </a:r>
            <a:r>
              <a:rPr dirty="0" u="sng" sz="2350" spc="54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Q.</a:t>
            </a:r>
            <a:r>
              <a:rPr dirty="0" sz="2350">
                <a:solidFill>
                  <a:srgbClr val="37B5FF"/>
                </a:solidFill>
                <a:hlinkClick r:id="rId5"/>
              </a:rPr>
              <a:t>,</a:t>
            </a:r>
            <a:r>
              <a:rPr dirty="0" u="sng" sz="2350" spc="54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Zhan</a:t>
            </a:r>
            <a:r>
              <a:rPr dirty="0" sz="2350">
                <a:solidFill>
                  <a:srgbClr val="37B5FF"/>
                </a:solidFill>
                <a:hlinkClick r:id="rId5"/>
              </a:rPr>
              <a:t>,</a:t>
            </a:r>
            <a:r>
              <a:rPr dirty="0" u="sng" sz="2350" spc="54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Z.</a:t>
            </a:r>
            <a:r>
              <a:rPr dirty="0" sz="2350">
                <a:solidFill>
                  <a:srgbClr val="37B5FF"/>
                </a:solidFill>
                <a:hlinkClick r:id="rId5"/>
              </a:rPr>
              <a:t>,</a:t>
            </a:r>
            <a:r>
              <a:rPr dirty="0" u="sng" sz="2350" spc="53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 </a:t>
            </a:r>
            <a:r>
              <a:rPr dirty="0" u="sng" sz="2350" spc="-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&amp;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	Zhu</a:t>
            </a:r>
            <a:r>
              <a:rPr dirty="0" sz="2350">
                <a:solidFill>
                  <a:srgbClr val="37B5FF"/>
                </a:solidFill>
                <a:hlinkClick r:id="rId5"/>
              </a:rPr>
              <a:t>,</a:t>
            </a:r>
            <a:r>
              <a:rPr dirty="0" u="sng" sz="2350" spc="53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 </a:t>
            </a:r>
            <a:r>
              <a:rPr dirty="0" u="sng" sz="2350" spc="-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J.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	</a:t>
            </a:r>
            <a:r>
              <a:rPr dirty="0" sz="2350" spc="-25">
                <a:solidFill>
                  <a:srgbClr val="37B5FF"/>
                </a:solidFill>
                <a:hlinkClick r:id="rId5"/>
              </a:rPr>
              <a:t>(</a:t>
            </a:r>
            <a:r>
              <a:rPr dirty="0" u="sng" sz="2350" spc="-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2014</a:t>
            </a:r>
            <a:r>
              <a:rPr dirty="0" sz="2350" spc="-25">
                <a:solidFill>
                  <a:srgbClr val="37B5FF"/>
                </a:solidFill>
                <a:hlinkClick r:id="rId5"/>
              </a:rPr>
              <a:t>)</a:t>
            </a:r>
            <a:r>
              <a:rPr dirty="0" u="sng" sz="2350" spc="-4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 </a:t>
            </a:r>
            <a:r>
              <a:rPr dirty="0" u="sng" sz="2350" spc="-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.</a:t>
            </a:r>
            <a:r>
              <a:rPr dirty="0" sz="2350">
                <a:solidFill>
                  <a:srgbClr val="37B5FF"/>
                </a:solidFill>
              </a:rPr>
              <a:t>	</a:t>
            </a:r>
            <a:r>
              <a:rPr dirty="0" sz="2350"/>
              <a:t>"A</a:t>
            </a:r>
            <a:r>
              <a:rPr dirty="0" sz="2350" spc="420"/>
              <a:t> </a:t>
            </a:r>
            <a:r>
              <a:rPr dirty="0" sz="2350" spc="-10"/>
              <a:t>Survey</a:t>
            </a:r>
            <a:r>
              <a:rPr dirty="0" sz="2350"/>
              <a:t>	</a:t>
            </a:r>
            <a:r>
              <a:rPr dirty="0" sz="2350" spc="-25"/>
              <a:t>of</a:t>
            </a:r>
            <a:r>
              <a:rPr dirty="0" sz="2350"/>
              <a:t>	EEG-</a:t>
            </a:r>
            <a:r>
              <a:rPr dirty="0" sz="2350" spc="-10"/>
              <a:t>based</a:t>
            </a:r>
            <a:r>
              <a:rPr dirty="0" sz="2350"/>
              <a:t>	</a:t>
            </a:r>
            <a:r>
              <a:rPr dirty="0" sz="2350" spc="-10"/>
              <a:t>Biometrics</a:t>
            </a:r>
            <a:r>
              <a:rPr dirty="0" sz="2350"/>
              <a:t>	</a:t>
            </a:r>
            <a:r>
              <a:rPr dirty="0" sz="2350" spc="-25"/>
              <a:t>for</a:t>
            </a:r>
            <a:r>
              <a:rPr dirty="0" sz="2350"/>
              <a:t>	User</a:t>
            </a:r>
            <a:r>
              <a:rPr dirty="0" sz="2350" spc="385"/>
              <a:t> </a:t>
            </a:r>
            <a:r>
              <a:rPr dirty="0" sz="2350" spc="-10"/>
              <a:t>Authentication."</a:t>
            </a:r>
            <a:r>
              <a:rPr dirty="0" sz="2350"/>
              <a:t>	</a:t>
            </a:r>
            <a:r>
              <a:rPr dirty="0" sz="2350" spc="-25"/>
              <a:t>Validates </a:t>
            </a:r>
            <a:r>
              <a:rPr dirty="0" sz="2350"/>
              <a:t>brainwaves</a:t>
            </a:r>
            <a:r>
              <a:rPr dirty="0" sz="2350" spc="10"/>
              <a:t> </a:t>
            </a:r>
            <a:r>
              <a:rPr dirty="0" sz="2350"/>
              <a:t>as</a:t>
            </a:r>
            <a:r>
              <a:rPr dirty="0" sz="2350" spc="20"/>
              <a:t> </a:t>
            </a:r>
            <a:r>
              <a:rPr dirty="0" sz="2350" spc="-10"/>
              <a:t>high-entropy,</a:t>
            </a:r>
            <a:r>
              <a:rPr dirty="0" sz="2350" spc="25"/>
              <a:t> </a:t>
            </a:r>
            <a:r>
              <a:rPr dirty="0" sz="2350" spc="-10"/>
              <a:t>non-</a:t>
            </a:r>
            <a:r>
              <a:rPr dirty="0" sz="2350"/>
              <a:t>static</a:t>
            </a:r>
            <a:r>
              <a:rPr dirty="0" sz="2350" spc="20"/>
              <a:t> </a:t>
            </a:r>
            <a:r>
              <a:rPr dirty="0" sz="2350"/>
              <a:t>biometric</a:t>
            </a:r>
            <a:r>
              <a:rPr dirty="0" sz="2350" spc="20"/>
              <a:t> </a:t>
            </a:r>
            <a:r>
              <a:rPr dirty="0" sz="2350"/>
              <a:t>identifiers</a:t>
            </a:r>
            <a:r>
              <a:rPr dirty="0" sz="2350" spc="20"/>
              <a:t> </a:t>
            </a:r>
            <a:r>
              <a:rPr dirty="0" sz="2350"/>
              <a:t>superior</a:t>
            </a:r>
            <a:r>
              <a:rPr dirty="0" sz="2350" spc="-25"/>
              <a:t> </a:t>
            </a:r>
            <a:r>
              <a:rPr dirty="0" sz="2350"/>
              <a:t>to</a:t>
            </a:r>
            <a:r>
              <a:rPr dirty="0" sz="2350" spc="25"/>
              <a:t> </a:t>
            </a:r>
            <a:r>
              <a:rPr dirty="0" sz="2350" spc="-10"/>
              <a:t>fingerprints.</a:t>
            </a:r>
            <a:endParaRPr sz="2350"/>
          </a:p>
          <a:p>
            <a:pPr marL="525780" marR="5080">
              <a:lnSpc>
                <a:spcPct val="128800"/>
              </a:lnSpc>
              <a:tabLst>
                <a:tab pos="2421255" algn="l"/>
                <a:tab pos="2868295" algn="l"/>
                <a:tab pos="3869054" algn="l"/>
                <a:tab pos="5431790" algn="l"/>
                <a:tab pos="6206490" algn="l"/>
                <a:tab pos="7115175" algn="l"/>
                <a:tab pos="7788909" algn="l"/>
                <a:tab pos="8523605" algn="l"/>
                <a:tab pos="10648950" algn="l"/>
                <a:tab pos="11652250" algn="l"/>
                <a:tab pos="12308840" algn="l"/>
                <a:tab pos="14039850" algn="l"/>
                <a:tab pos="14914244" algn="l"/>
              </a:tabLst>
            </a:pP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6"/>
              </a:rPr>
              <a:t>Ashby</a:t>
            </a:r>
            <a:r>
              <a:rPr dirty="0" sz="2350">
                <a:solidFill>
                  <a:srgbClr val="37B5FF"/>
                </a:solidFill>
                <a:hlinkClick r:id="rId6"/>
              </a:rPr>
              <a:t>,</a:t>
            </a:r>
            <a:r>
              <a:rPr dirty="0" u="sng" sz="2350" spc="4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6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6"/>
              </a:rPr>
              <a:t>C.</a:t>
            </a:r>
            <a:r>
              <a:rPr dirty="0" sz="2350">
                <a:solidFill>
                  <a:srgbClr val="37B5FF"/>
                </a:solidFill>
                <a:hlinkClick r:id="rId6"/>
              </a:rPr>
              <a:t>,</a:t>
            </a:r>
            <a:r>
              <a:rPr dirty="0" u="sng" sz="2350" spc="434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6"/>
              </a:rPr>
              <a:t> </a:t>
            </a:r>
            <a:r>
              <a:rPr dirty="0" u="sng" sz="2350" spc="-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6"/>
              </a:rPr>
              <a:t>et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6"/>
              </a:rPr>
              <a:t>	</a:t>
            </a:r>
            <a:r>
              <a:rPr dirty="0" u="sng" sz="2350" spc="-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6"/>
              </a:rPr>
              <a:t>al.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6"/>
              </a:rPr>
              <a:t>	</a:t>
            </a:r>
            <a:r>
              <a:rPr dirty="0" sz="2350" spc="-50">
                <a:solidFill>
                  <a:srgbClr val="37B5FF"/>
                </a:solidFill>
                <a:hlinkClick r:id="rId6"/>
              </a:rPr>
              <a:t>(</a:t>
            </a:r>
            <a:r>
              <a:rPr dirty="0" u="sng" sz="2350" spc="-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6"/>
              </a:rPr>
              <a:t>2011</a:t>
            </a:r>
            <a:r>
              <a:rPr dirty="0" sz="2350" spc="-50">
                <a:solidFill>
                  <a:srgbClr val="37B5FF"/>
                </a:solidFill>
                <a:hlinkClick r:id="rId6"/>
              </a:rPr>
              <a:t>)</a:t>
            </a:r>
            <a:r>
              <a:rPr dirty="0" u="sng" sz="2350" spc="-40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6"/>
              </a:rPr>
              <a:t> </a:t>
            </a:r>
            <a:r>
              <a:rPr dirty="0" u="sng" sz="2350" spc="-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6"/>
              </a:rPr>
              <a:t>.</a:t>
            </a:r>
            <a:r>
              <a:rPr dirty="0" sz="2350">
                <a:solidFill>
                  <a:srgbClr val="37B5FF"/>
                </a:solidFill>
              </a:rPr>
              <a:t>	</a:t>
            </a:r>
            <a:r>
              <a:rPr dirty="0" sz="2350"/>
              <a:t>"Low-</a:t>
            </a:r>
            <a:r>
              <a:rPr dirty="0" sz="2350" spc="-20"/>
              <a:t>Cost</a:t>
            </a:r>
            <a:r>
              <a:rPr dirty="0" sz="2350"/>
              <a:t>	</a:t>
            </a:r>
            <a:r>
              <a:rPr dirty="0" sz="2350" spc="-25"/>
              <a:t>EEG</a:t>
            </a:r>
            <a:r>
              <a:rPr dirty="0" sz="2350"/>
              <a:t>	</a:t>
            </a:r>
            <a:r>
              <a:rPr dirty="0" sz="2350" spc="-10"/>
              <a:t>Based</a:t>
            </a:r>
            <a:r>
              <a:rPr dirty="0" sz="2350"/>
              <a:t>	</a:t>
            </a:r>
            <a:r>
              <a:rPr dirty="0" sz="2350" spc="-25"/>
              <a:t>BCI</a:t>
            </a:r>
            <a:r>
              <a:rPr dirty="0" sz="2350"/>
              <a:t>	</a:t>
            </a:r>
            <a:r>
              <a:rPr dirty="0" sz="2350" spc="-20"/>
              <a:t>User</a:t>
            </a:r>
            <a:r>
              <a:rPr dirty="0" sz="2350"/>
              <a:t>	</a:t>
            </a:r>
            <a:r>
              <a:rPr dirty="0" sz="2350" spc="-10"/>
              <a:t>Identification."</a:t>
            </a:r>
            <a:r>
              <a:rPr dirty="0" sz="2350"/>
              <a:t>	</a:t>
            </a:r>
            <a:r>
              <a:rPr dirty="0" sz="2350" spc="-10"/>
              <a:t>Proves</a:t>
            </a:r>
            <a:r>
              <a:rPr dirty="0" sz="2350"/>
              <a:t>	</a:t>
            </a:r>
            <a:r>
              <a:rPr dirty="0" sz="2350" spc="-20"/>
              <a:t>that</a:t>
            </a:r>
            <a:r>
              <a:rPr dirty="0" sz="2350"/>
              <a:t>	</a:t>
            </a:r>
            <a:r>
              <a:rPr dirty="0" sz="2350" spc="-10"/>
              <a:t>non-medical</a:t>
            </a:r>
            <a:r>
              <a:rPr dirty="0" sz="2350"/>
              <a:t>	</a:t>
            </a:r>
            <a:r>
              <a:rPr dirty="0" sz="2350" spc="-20"/>
              <a:t>grade</a:t>
            </a:r>
            <a:r>
              <a:rPr dirty="0" sz="2350"/>
              <a:t>	</a:t>
            </a:r>
            <a:r>
              <a:rPr dirty="0" sz="2350" spc="-25"/>
              <a:t>EEG </a:t>
            </a:r>
            <a:r>
              <a:rPr dirty="0" sz="2350"/>
              <a:t>sensors</a:t>
            </a:r>
            <a:r>
              <a:rPr dirty="0" sz="2350" spc="10"/>
              <a:t> </a:t>
            </a:r>
            <a:r>
              <a:rPr dirty="0" sz="2350"/>
              <a:t>(like</a:t>
            </a:r>
            <a:r>
              <a:rPr dirty="0" sz="2350" spc="10"/>
              <a:t> </a:t>
            </a:r>
            <a:r>
              <a:rPr dirty="0" sz="2350"/>
              <a:t>the</a:t>
            </a:r>
            <a:r>
              <a:rPr dirty="0" sz="2350" spc="10"/>
              <a:t> </a:t>
            </a:r>
            <a:r>
              <a:rPr dirty="0" sz="2350"/>
              <a:t>EXG</a:t>
            </a:r>
            <a:r>
              <a:rPr dirty="0" sz="2350" spc="10"/>
              <a:t> </a:t>
            </a:r>
            <a:r>
              <a:rPr dirty="0" sz="2350"/>
              <a:t>Pill)</a:t>
            </a:r>
            <a:r>
              <a:rPr dirty="0" sz="2350" spc="10"/>
              <a:t> </a:t>
            </a:r>
            <a:r>
              <a:rPr dirty="0" sz="2350"/>
              <a:t>are</a:t>
            </a:r>
            <a:r>
              <a:rPr dirty="0" sz="2350" spc="10"/>
              <a:t> </a:t>
            </a:r>
            <a:r>
              <a:rPr dirty="0" sz="2350"/>
              <a:t>sufficient</a:t>
            </a:r>
            <a:r>
              <a:rPr dirty="0" sz="2350" spc="10"/>
              <a:t> </a:t>
            </a:r>
            <a:r>
              <a:rPr dirty="0" sz="2350"/>
              <a:t>for</a:t>
            </a:r>
            <a:r>
              <a:rPr dirty="0" sz="2350" spc="-40"/>
              <a:t> </a:t>
            </a:r>
            <a:r>
              <a:rPr dirty="0" sz="2350"/>
              <a:t>robust</a:t>
            </a:r>
            <a:r>
              <a:rPr dirty="0" sz="2350" spc="15"/>
              <a:t> </a:t>
            </a:r>
            <a:r>
              <a:rPr dirty="0" sz="2350"/>
              <a:t>identity</a:t>
            </a:r>
            <a:r>
              <a:rPr dirty="0" sz="2350" spc="5"/>
              <a:t> </a:t>
            </a:r>
            <a:r>
              <a:rPr dirty="0" sz="2350" spc="-10"/>
              <a:t>verification.</a:t>
            </a:r>
            <a:endParaRPr sz="2350"/>
          </a:p>
          <a:p>
            <a:pPr marL="525780" marR="5080">
              <a:lnSpc>
                <a:spcPct val="128800"/>
              </a:lnSpc>
              <a:tabLst>
                <a:tab pos="2898775" algn="l"/>
                <a:tab pos="3966845" algn="l"/>
                <a:tab pos="5328920" algn="l"/>
                <a:tab pos="5767705" algn="l"/>
                <a:tab pos="7381875" algn="l"/>
                <a:tab pos="9030335" algn="l"/>
                <a:tab pos="9956800" algn="l"/>
                <a:tab pos="10882630" algn="l"/>
                <a:tab pos="12294235" algn="l"/>
                <a:tab pos="13505180" algn="l"/>
                <a:tab pos="15048865" algn="l"/>
              </a:tabLst>
            </a:pPr>
            <a:r>
              <a:rPr dirty="0" u="sng" sz="2350" spc="1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7"/>
              </a:rPr>
              <a:t>Palania</a:t>
            </a:r>
            <a:r>
              <a:rPr dirty="0" sz="2350" spc="-570">
                <a:solidFill>
                  <a:srgbClr val="37B5FF"/>
                </a:solidFill>
                <a:hlinkClick r:id="rId7"/>
              </a:rPr>
              <a:t>p</a:t>
            </a:r>
            <a:r>
              <a:rPr dirty="0" u="heavy" sz="2350" spc="-5" b="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dirty="0" sz="2350" spc="-585">
                <a:solidFill>
                  <a:srgbClr val="37B5FF"/>
                </a:solidFill>
                <a:hlinkClick r:id="rId7"/>
              </a:rPr>
              <a:t>p</a:t>
            </a:r>
            <a:r>
              <a:rPr dirty="0" u="sng" sz="2350" spc="-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7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7"/>
              </a:rPr>
              <a:t>an</a:t>
            </a:r>
            <a:r>
              <a:rPr dirty="0" sz="2350">
                <a:solidFill>
                  <a:srgbClr val="37B5FF"/>
                </a:solidFill>
                <a:hlinkClick r:id="rId7"/>
              </a:rPr>
              <a:t>,</a:t>
            </a:r>
            <a:r>
              <a:rPr dirty="0" u="sng" sz="2350" spc="114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7"/>
              </a:rPr>
              <a:t>  </a:t>
            </a:r>
            <a:r>
              <a:rPr dirty="0" u="sng" sz="2350" spc="-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7"/>
              </a:rPr>
              <a:t>R.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7"/>
              </a:rPr>
              <a:t>	</a:t>
            </a:r>
            <a:r>
              <a:rPr dirty="0" sz="2350" spc="-25">
                <a:solidFill>
                  <a:srgbClr val="37B5FF"/>
                </a:solidFill>
                <a:hlinkClick r:id="rId7"/>
              </a:rPr>
              <a:t>(</a:t>
            </a:r>
            <a:r>
              <a:rPr dirty="0" u="sng" sz="2350" spc="-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7"/>
              </a:rPr>
              <a:t>2004</a:t>
            </a:r>
            <a:r>
              <a:rPr dirty="0" sz="2350" spc="-25">
                <a:solidFill>
                  <a:srgbClr val="37B5FF"/>
                </a:solidFill>
                <a:hlinkClick r:id="rId7"/>
              </a:rPr>
              <a:t>)</a:t>
            </a:r>
            <a:r>
              <a:rPr dirty="0" u="sng" sz="2350" spc="-4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7"/>
              </a:rPr>
              <a:t> </a:t>
            </a:r>
            <a:r>
              <a:rPr dirty="0" u="sng" sz="2350" spc="-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7"/>
              </a:rPr>
              <a:t>.</a:t>
            </a:r>
            <a:r>
              <a:rPr dirty="0" sz="2350">
                <a:solidFill>
                  <a:srgbClr val="37B5FF"/>
                </a:solidFill>
              </a:rPr>
              <a:t>	</a:t>
            </a:r>
            <a:r>
              <a:rPr dirty="0" sz="2350" spc="-10"/>
              <a:t>"Method</a:t>
            </a:r>
            <a:r>
              <a:rPr dirty="0" sz="2350"/>
              <a:t>	</a:t>
            </a:r>
            <a:r>
              <a:rPr dirty="0" sz="2350" spc="-25"/>
              <a:t>of</a:t>
            </a:r>
            <a:r>
              <a:rPr dirty="0" sz="2350"/>
              <a:t>	</a:t>
            </a:r>
            <a:r>
              <a:rPr dirty="0" sz="2350" spc="-10"/>
              <a:t>Identifying</a:t>
            </a:r>
            <a:r>
              <a:rPr dirty="0" sz="2350"/>
              <a:t>	</a:t>
            </a:r>
            <a:r>
              <a:rPr dirty="0" sz="2350" spc="-10"/>
              <a:t>Individuals</a:t>
            </a:r>
            <a:r>
              <a:rPr dirty="0" sz="2350"/>
              <a:t>	</a:t>
            </a:r>
            <a:r>
              <a:rPr dirty="0" sz="2350" spc="-10"/>
              <a:t>Using</a:t>
            </a:r>
            <a:r>
              <a:rPr dirty="0" sz="2350"/>
              <a:t>	</a:t>
            </a:r>
            <a:r>
              <a:rPr dirty="0" sz="2350" spc="-10"/>
              <a:t>Brain</a:t>
            </a:r>
            <a:r>
              <a:rPr dirty="0" sz="2350"/>
              <a:t>	</a:t>
            </a:r>
            <a:r>
              <a:rPr dirty="0" sz="2350" spc="-10"/>
              <a:t>Electrical</a:t>
            </a:r>
            <a:r>
              <a:rPr dirty="0" sz="2350"/>
              <a:t>	</a:t>
            </a:r>
            <a:r>
              <a:rPr dirty="0" sz="2350" spc="-10"/>
              <a:t>Activity</a:t>
            </a:r>
            <a:r>
              <a:rPr dirty="0" sz="2350"/>
              <a:t>	</a:t>
            </a:r>
            <a:r>
              <a:rPr dirty="0" sz="2350" spc="-10"/>
              <a:t>Features."</a:t>
            </a:r>
            <a:r>
              <a:rPr dirty="0" sz="2350"/>
              <a:t>	</a:t>
            </a:r>
            <a:r>
              <a:rPr dirty="0" sz="2350" spc="-25"/>
              <a:t>The </a:t>
            </a:r>
            <a:r>
              <a:rPr dirty="0" sz="2350"/>
              <a:t>foundational</a:t>
            </a:r>
            <a:r>
              <a:rPr dirty="0" sz="2350" spc="20"/>
              <a:t> </a:t>
            </a:r>
            <a:r>
              <a:rPr dirty="0" sz="2350"/>
              <a:t>study</a:t>
            </a:r>
            <a:r>
              <a:rPr dirty="0" sz="2350" spc="25"/>
              <a:t> </a:t>
            </a:r>
            <a:r>
              <a:rPr dirty="0" sz="2350"/>
              <a:t>for</a:t>
            </a:r>
            <a:r>
              <a:rPr dirty="0" sz="2350" spc="-25"/>
              <a:t> </a:t>
            </a:r>
            <a:r>
              <a:rPr dirty="0" sz="2350"/>
              <a:t>using</a:t>
            </a:r>
            <a:r>
              <a:rPr dirty="0" sz="2350" spc="20"/>
              <a:t> </a:t>
            </a:r>
            <a:r>
              <a:rPr dirty="0" sz="2350"/>
              <a:t>Power</a:t>
            </a:r>
            <a:r>
              <a:rPr dirty="0" sz="2350" spc="-25"/>
              <a:t> </a:t>
            </a:r>
            <a:r>
              <a:rPr dirty="0" sz="2350"/>
              <a:t>Spectral</a:t>
            </a:r>
            <a:r>
              <a:rPr dirty="0" sz="2350" spc="25"/>
              <a:t> </a:t>
            </a:r>
            <a:r>
              <a:rPr dirty="0" sz="2350"/>
              <a:t>Density</a:t>
            </a:r>
            <a:r>
              <a:rPr dirty="0" sz="2350" spc="25"/>
              <a:t> </a:t>
            </a:r>
            <a:r>
              <a:rPr dirty="0" sz="2350"/>
              <a:t>(PSD)</a:t>
            </a:r>
            <a:r>
              <a:rPr dirty="0" sz="2350" spc="20"/>
              <a:t> </a:t>
            </a:r>
            <a:r>
              <a:rPr dirty="0" sz="2350"/>
              <a:t>as</a:t>
            </a:r>
            <a:r>
              <a:rPr dirty="0" sz="2350" spc="20"/>
              <a:t> </a:t>
            </a:r>
            <a:r>
              <a:rPr dirty="0" sz="2350"/>
              <a:t>a</a:t>
            </a:r>
            <a:r>
              <a:rPr dirty="0" sz="2350" spc="25"/>
              <a:t> </a:t>
            </a:r>
            <a:r>
              <a:rPr dirty="0" sz="2350"/>
              <a:t>"Neural</a:t>
            </a:r>
            <a:r>
              <a:rPr dirty="0" sz="2350" spc="20"/>
              <a:t> </a:t>
            </a:r>
            <a:r>
              <a:rPr dirty="0" sz="2350" spc="-10"/>
              <a:t>Signature."</a:t>
            </a:r>
            <a:endParaRPr sz="2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235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25"/>
              <a:t>Technical</a:t>
            </a:r>
            <a:r>
              <a:rPr dirty="0" spc="-85"/>
              <a:t> </a:t>
            </a:r>
            <a:r>
              <a:rPr dirty="0"/>
              <a:t>Frameworks</a:t>
            </a:r>
            <a:r>
              <a:rPr dirty="0" spc="-75"/>
              <a:t> </a:t>
            </a:r>
            <a:r>
              <a:rPr dirty="0"/>
              <a:t>&amp;</a:t>
            </a:r>
            <a:r>
              <a:rPr dirty="0" spc="-140"/>
              <a:t> </a:t>
            </a:r>
            <a:r>
              <a:rPr dirty="0" spc="-10"/>
              <a:t>Tools</a:t>
            </a:r>
          </a:p>
          <a:p>
            <a:pPr marL="525780">
              <a:lnSpc>
                <a:spcPct val="100000"/>
              </a:lnSpc>
              <a:spcBef>
                <a:spcPts val="2085"/>
              </a:spcBef>
            </a:pPr>
            <a:r>
              <a:rPr dirty="0" sz="2350"/>
              <a:t>BrainFlow</a:t>
            </a:r>
            <a:r>
              <a:rPr dirty="0" sz="2350" spc="35"/>
              <a:t> </a:t>
            </a:r>
            <a:r>
              <a:rPr dirty="0" sz="2350"/>
              <a:t>SDK:</a:t>
            </a:r>
            <a:r>
              <a:rPr dirty="0" sz="2350" spc="-10"/>
              <a:t> </a:t>
            </a:r>
            <a:r>
              <a:rPr dirty="0" sz="2350"/>
              <a:t>The</a:t>
            </a:r>
            <a:r>
              <a:rPr dirty="0" sz="2350" spc="35"/>
              <a:t> </a:t>
            </a:r>
            <a:r>
              <a:rPr dirty="0" sz="2350" spc="-10"/>
              <a:t>industry-</a:t>
            </a:r>
            <a:r>
              <a:rPr dirty="0" sz="2350"/>
              <a:t>standard</a:t>
            </a:r>
            <a:r>
              <a:rPr dirty="0" sz="2350" spc="-105"/>
              <a:t> </a:t>
            </a:r>
            <a:r>
              <a:rPr dirty="0" sz="2350"/>
              <a:t>API</a:t>
            </a:r>
            <a:r>
              <a:rPr dirty="0" sz="2350" spc="35"/>
              <a:t> </a:t>
            </a:r>
            <a:r>
              <a:rPr dirty="0" sz="2350"/>
              <a:t>for</a:t>
            </a:r>
            <a:r>
              <a:rPr dirty="0" sz="2350" spc="-15"/>
              <a:t> </a:t>
            </a:r>
            <a:r>
              <a:rPr dirty="0" sz="2350" spc="-10"/>
              <a:t>real-</a:t>
            </a:r>
            <a:r>
              <a:rPr dirty="0" sz="2350"/>
              <a:t>time</a:t>
            </a:r>
            <a:r>
              <a:rPr dirty="0" sz="2350" spc="35"/>
              <a:t> </a:t>
            </a:r>
            <a:r>
              <a:rPr dirty="0" sz="2350"/>
              <a:t>biosensor</a:t>
            </a:r>
            <a:r>
              <a:rPr dirty="0" sz="2350" spc="-15"/>
              <a:t> </a:t>
            </a:r>
            <a:r>
              <a:rPr dirty="0" sz="2350"/>
              <a:t>data</a:t>
            </a:r>
            <a:r>
              <a:rPr dirty="0" sz="2350" spc="35"/>
              <a:t> </a:t>
            </a:r>
            <a:r>
              <a:rPr dirty="0" sz="2350"/>
              <a:t>acquisition</a:t>
            </a:r>
            <a:r>
              <a:rPr dirty="0" sz="2350" spc="35"/>
              <a:t> </a:t>
            </a:r>
            <a:r>
              <a:rPr dirty="0" sz="2350"/>
              <a:t>across</a:t>
            </a:r>
            <a:r>
              <a:rPr dirty="0" sz="2350" spc="30"/>
              <a:t> </a:t>
            </a:r>
            <a:r>
              <a:rPr dirty="0" sz="2350" spc="-10"/>
              <a:t>open-</a:t>
            </a:r>
            <a:r>
              <a:rPr dirty="0" sz="2350"/>
              <a:t>source</a:t>
            </a:r>
            <a:r>
              <a:rPr dirty="0" sz="2350" spc="35"/>
              <a:t> </a:t>
            </a:r>
            <a:r>
              <a:rPr dirty="0" sz="2350" spc="-10"/>
              <a:t>hardware.</a:t>
            </a:r>
            <a:endParaRPr sz="2350"/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350"/>
          </a:p>
          <a:p>
            <a:pPr marL="525780">
              <a:lnSpc>
                <a:spcPct val="100000"/>
              </a:lnSpc>
            </a:pPr>
            <a:r>
              <a:rPr dirty="0" sz="2350"/>
              <a:t>MNE-Python:</a:t>
            </a:r>
            <a:r>
              <a:rPr dirty="0" sz="2350" spc="15"/>
              <a:t> </a:t>
            </a:r>
            <a:r>
              <a:rPr dirty="0" sz="2350"/>
              <a:t>Primary</a:t>
            </a:r>
            <a:r>
              <a:rPr dirty="0" sz="2350" spc="25"/>
              <a:t> </a:t>
            </a:r>
            <a:r>
              <a:rPr dirty="0" sz="2350"/>
              <a:t>library</a:t>
            </a:r>
            <a:r>
              <a:rPr dirty="0" sz="2350" spc="30"/>
              <a:t> </a:t>
            </a:r>
            <a:r>
              <a:rPr dirty="0" sz="2350"/>
              <a:t>for</a:t>
            </a:r>
            <a:r>
              <a:rPr dirty="0" sz="2350" spc="-25"/>
              <a:t> </a:t>
            </a:r>
            <a:r>
              <a:rPr dirty="0" sz="2350"/>
              <a:t>scientific-grade</a:t>
            </a:r>
            <a:r>
              <a:rPr dirty="0" sz="2350" spc="30"/>
              <a:t> </a:t>
            </a:r>
            <a:r>
              <a:rPr dirty="0" sz="2350"/>
              <a:t>EEG</a:t>
            </a:r>
            <a:r>
              <a:rPr dirty="0" sz="2350" spc="25"/>
              <a:t> </a:t>
            </a:r>
            <a:r>
              <a:rPr dirty="0" sz="2350"/>
              <a:t>signal</a:t>
            </a:r>
            <a:r>
              <a:rPr dirty="0" sz="2350" spc="25"/>
              <a:t> </a:t>
            </a:r>
            <a:r>
              <a:rPr dirty="0" sz="2350"/>
              <a:t>processing,</a:t>
            </a:r>
            <a:r>
              <a:rPr dirty="0" sz="2350" spc="25"/>
              <a:t> </a:t>
            </a:r>
            <a:r>
              <a:rPr dirty="0" sz="2350"/>
              <a:t>noise</a:t>
            </a:r>
            <a:r>
              <a:rPr dirty="0" sz="2350" spc="25"/>
              <a:t> </a:t>
            </a:r>
            <a:r>
              <a:rPr dirty="0" sz="2350"/>
              <a:t>filtering,</a:t>
            </a:r>
            <a:r>
              <a:rPr dirty="0" sz="2350" spc="30"/>
              <a:t> </a:t>
            </a:r>
            <a:r>
              <a:rPr dirty="0" sz="2350"/>
              <a:t>and</a:t>
            </a:r>
            <a:r>
              <a:rPr dirty="0" sz="2350" spc="25"/>
              <a:t> </a:t>
            </a:r>
            <a:r>
              <a:rPr dirty="0" sz="2350"/>
              <a:t>artifact</a:t>
            </a:r>
            <a:r>
              <a:rPr dirty="0" sz="2350" spc="25"/>
              <a:t> </a:t>
            </a:r>
            <a:r>
              <a:rPr dirty="0" sz="2350" spc="-10"/>
              <a:t>removal.</a:t>
            </a:r>
            <a:endParaRPr sz="2350"/>
          </a:p>
        </p:txBody>
      </p:sp>
      <p:sp>
        <p:nvSpPr>
          <p:cNvPr id="11" name="object 11" descr=""/>
          <p:cNvSpPr/>
          <p:nvPr/>
        </p:nvSpPr>
        <p:spPr>
          <a:xfrm>
            <a:off x="475612" y="359319"/>
            <a:ext cx="1916430" cy="1248410"/>
          </a:xfrm>
          <a:custGeom>
            <a:avLst/>
            <a:gdLst/>
            <a:ahLst/>
            <a:cxnLst/>
            <a:rect l="l" t="t" r="r" b="b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0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4" y="306069"/>
                </a:lnTo>
                <a:lnTo>
                  <a:pt x="161972" y="275589"/>
                </a:lnTo>
                <a:lnTo>
                  <a:pt x="193811" y="246379"/>
                </a:lnTo>
                <a:lnTo>
                  <a:pt x="228061" y="218439"/>
                </a:lnTo>
                <a:lnTo>
                  <a:pt x="264617" y="193039"/>
                </a:lnTo>
                <a:lnTo>
                  <a:pt x="303368" y="167639"/>
                </a:lnTo>
                <a:lnTo>
                  <a:pt x="344208" y="143509"/>
                </a:lnTo>
                <a:lnTo>
                  <a:pt x="387029" y="121919"/>
                </a:lnTo>
                <a:lnTo>
                  <a:pt x="431723" y="101599"/>
                </a:lnTo>
                <a:lnTo>
                  <a:pt x="478181" y="82549"/>
                </a:lnTo>
                <a:lnTo>
                  <a:pt x="526297" y="66039"/>
                </a:lnTo>
                <a:lnTo>
                  <a:pt x="575962" y="50799"/>
                </a:lnTo>
                <a:lnTo>
                  <a:pt x="627068" y="38099"/>
                </a:lnTo>
                <a:lnTo>
                  <a:pt x="679507" y="26669"/>
                </a:lnTo>
                <a:lnTo>
                  <a:pt x="733172" y="16509"/>
                </a:lnTo>
                <a:lnTo>
                  <a:pt x="787954" y="8889"/>
                </a:lnTo>
                <a:lnTo>
                  <a:pt x="843746" y="3809"/>
                </a:lnTo>
                <a:lnTo>
                  <a:pt x="900440" y="0"/>
                </a:lnTo>
                <a:lnTo>
                  <a:pt x="1015415" y="0"/>
                </a:lnTo>
                <a:lnTo>
                  <a:pt x="1072109" y="3809"/>
                </a:lnTo>
                <a:lnTo>
                  <a:pt x="1127901" y="8889"/>
                </a:lnTo>
                <a:lnTo>
                  <a:pt x="1182683" y="16509"/>
                </a:lnTo>
                <a:lnTo>
                  <a:pt x="1192370" y="19049"/>
                </a:lnTo>
                <a:lnTo>
                  <a:pt x="957928" y="19049"/>
                </a:lnTo>
                <a:lnTo>
                  <a:pt x="957928" y="38099"/>
                </a:lnTo>
                <a:lnTo>
                  <a:pt x="898867" y="38099"/>
                </a:lnTo>
                <a:lnTo>
                  <a:pt x="840906" y="41909"/>
                </a:lnTo>
                <a:lnTo>
                  <a:pt x="784146" y="48259"/>
                </a:lnTo>
                <a:lnTo>
                  <a:pt x="728685" y="55879"/>
                </a:lnTo>
                <a:lnTo>
                  <a:pt x="674623" y="66039"/>
                </a:lnTo>
                <a:lnTo>
                  <a:pt x="622059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3" y="321309"/>
                </a:lnTo>
                <a:lnTo>
                  <a:pt x="144231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2" y="605789"/>
                </a:lnTo>
                <a:lnTo>
                  <a:pt x="5595" y="610869"/>
                </a:lnTo>
                <a:lnTo>
                  <a:pt x="1502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7" y="1210309"/>
                </a:moveTo>
                <a:lnTo>
                  <a:pt x="957928" y="1210309"/>
                </a:lnTo>
                <a:lnTo>
                  <a:pt x="1016989" y="1209039"/>
                </a:lnTo>
                <a:lnTo>
                  <a:pt x="1074950" y="1205229"/>
                </a:lnTo>
                <a:lnTo>
                  <a:pt x="1131710" y="1200149"/>
                </a:lnTo>
                <a:lnTo>
                  <a:pt x="1187170" y="1192529"/>
                </a:lnTo>
                <a:lnTo>
                  <a:pt x="1241232" y="1182369"/>
                </a:lnTo>
                <a:lnTo>
                  <a:pt x="1293797" y="1169669"/>
                </a:lnTo>
                <a:lnTo>
                  <a:pt x="1344764" y="1155699"/>
                </a:lnTo>
                <a:lnTo>
                  <a:pt x="1394035" y="1140459"/>
                </a:lnTo>
                <a:lnTo>
                  <a:pt x="1441510" y="1122679"/>
                </a:lnTo>
                <a:lnTo>
                  <a:pt x="1487091" y="1103629"/>
                </a:lnTo>
                <a:lnTo>
                  <a:pt x="1530678" y="1082039"/>
                </a:lnTo>
                <a:lnTo>
                  <a:pt x="1572172" y="1060449"/>
                </a:lnTo>
                <a:lnTo>
                  <a:pt x="1611473" y="1036319"/>
                </a:lnTo>
                <a:lnTo>
                  <a:pt x="1648483" y="1010919"/>
                </a:lnTo>
                <a:lnTo>
                  <a:pt x="1683103" y="984249"/>
                </a:lnTo>
                <a:lnTo>
                  <a:pt x="1715232" y="956309"/>
                </a:lnTo>
                <a:lnTo>
                  <a:pt x="1744772" y="927099"/>
                </a:lnTo>
                <a:lnTo>
                  <a:pt x="1771624" y="896619"/>
                </a:lnTo>
                <a:lnTo>
                  <a:pt x="1795689" y="864869"/>
                </a:lnTo>
                <a:lnTo>
                  <a:pt x="1816867" y="833119"/>
                </a:lnTo>
                <a:lnTo>
                  <a:pt x="1850165" y="765809"/>
                </a:lnTo>
                <a:lnTo>
                  <a:pt x="1870726" y="695959"/>
                </a:lnTo>
                <a:lnTo>
                  <a:pt x="1877756" y="623569"/>
                </a:lnTo>
                <a:lnTo>
                  <a:pt x="1875983" y="588009"/>
                </a:lnTo>
                <a:lnTo>
                  <a:pt x="1862091" y="516889"/>
                </a:lnTo>
                <a:lnTo>
                  <a:pt x="1835067" y="448309"/>
                </a:lnTo>
                <a:lnTo>
                  <a:pt x="1795704" y="382269"/>
                </a:lnTo>
                <a:lnTo>
                  <a:pt x="1771643" y="351789"/>
                </a:lnTo>
                <a:lnTo>
                  <a:pt x="1744795" y="321309"/>
                </a:lnTo>
                <a:lnTo>
                  <a:pt x="1715258" y="292099"/>
                </a:lnTo>
                <a:lnTo>
                  <a:pt x="1683132" y="264159"/>
                </a:lnTo>
                <a:lnTo>
                  <a:pt x="1648516" y="237489"/>
                </a:lnTo>
                <a:lnTo>
                  <a:pt x="1611509" y="212089"/>
                </a:lnTo>
                <a:lnTo>
                  <a:pt x="1572210" y="187959"/>
                </a:lnTo>
                <a:lnTo>
                  <a:pt x="1530718" y="165099"/>
                </a:lnTo>
                <a:lnTo>
                  <a:pt x="1487132" y="144779"/>
                </a:lnTo>
                <a:lnTo>
                  <a:pt x="1441552" y="125729"/>
                </a:lnTo>
                <a:lnTo>
                  <a:pt x="1394077" y="107949"/>
                </a:lnTo>
                <a:lnTo>
                  <a:pt x="1344805" y="91439"/>
                </a:lnTo>
                <a:lnTo>
                  <a:pt x="1293835" y="77469"/>
                </a:lnTo>
                <a:lnTo>
                  <a:pt x="1241268" y="66039"/>
                </a:lnTo>
                <a:lnTo>
                  <a:pt x="1187202" y="55879"/>
                </a:lnTo>
                <a:lnTo>
                  <a:pt x="1131735" y="48259"/>
                </a:lnTo>
                <a:lnTo>
                  <a:pt x="1074968" y="41909"/>
                </a:lnTo>
                <a:lnTo>
                  <a:pt x="1016999" y="38099"/>
                </a:lnTo>
                <a:lnTo>
                  <a:pt x="957928" y="38099"/>
                </a:lnTo>
                <a:lnTo>
                  <a:pt x="957928" y="19049"/>
                </a:lnTo>
                <a:lnTo>
                  <a:pt x="1192370" y="19049"/>
                </a:lnTo>
                <a:lnTo>
                  <a:pt x="1236348" y="26669"/>
                </a:lnTo>
                <a:lnTo>
                  <a:pt x="1288787" y="38099"/>
                </a:lnTo>
                <a:lnTo>
                  <a:pt x="1339893" y="50799"/>
                </a:lnTo>
                <a:lnTo>
                  <a:pt x="1389557" y="66039"/>
                </a:lnTo>
                <a:lnTo>
                  <a:pt x="1437673" y="82549"/>
                </a:lnTo>
                <a:lnTo>
                  <a:pt x="1484132" y="101599"/>
                </a:lnTo>
                <a:lnTo>
                  <a:pt x="1528825" y="121919"/>
                </a:lnTo>
                <a:lnTo>
                  <a:pt x="1571646" y="143509"/>
                </a:lnTo>
                <a:lnTo>
                  <a:pt x="1612487" y="167639"/>
                </a:lnTo>
                <a:lnTo>
                  <a:pt x="1651238" y="193039"/>
                </a:lnTo>
                <a:lnTo>
                  <a:pt x="1687794" y="218439"/>
                </a:lnTo>
                <a:lnTo>
                  <a:pt x="1722044" y="246379"/>
                </a:lnTo>
                <a:lnTo>
                  <a:pt x="1753883" y="275589"/>
                </a:lnTo>
                <a:lnTo>
                  <a:pt x="1783201" y="306069"/>
                </a:lnTo>
                <a:lnTo>
                  <a:pt x="1809892" y="336549"/>
                </a:lnTo>
                <a:lnTo>
                  <a:pt x="1833846" y="369569"/>
                </a:lnTo>
                <a:lnTo>
                  <a:pt x="1854956" y="403859"/>
                </a:lnTo>
                <a:lnTo>
                  <a:pt x="1873115" y="438149"/>
                </a:lnTo>
                <a:lnTo>
                  <a:pt x="1888214" y="473709"/>
                </a:lnTo>
                <a:lnTo>
                  <a:pt x="1908802" y="547369"/>
                </a:lnTo>
                <a:lnTo>
                  <a:pt x="1914075" y="585469"/>
                </a:lnTo>
                <a:lnTo>
                  <a:pt x="1915856" y="623569"/>
                </a:lnTo>
                <a:lnTo>
                  <a:pt x="1914190" y="660399"/>
                </a:lnTo>
                <a:lnTo>
                  <a:pt x="1914075" y="662939"/>
                </a:lnTo>
                <a:lnTo>
                  <a:pt x="1908802" y="701039"/>
                </a:lnTo>
                <a:lnTo>
                  <a:pt x="1888214" y="774699"/>
                </a:lnTo>
                <a:lnTo>
                  <a:pt x="1873115" y="810259"/>
                </a:lnTo>
                <a:lnTo>
                  <a:pt x="1854956" y="844549"/>
                </a:lnTo>
                <a:lnTo>
                  <a:pt x="1833846" y="877569"/>
                </a:lnTo>
                <a:lnTo>
                  <a:pt x="1809892" y="910589"/>
                </a:lnTo>
                <a:lnTo>
                  <a:pt x="1783201" y="942339"/>
                </a:lnTo>
                <a:lnTo>
                  <a:pt x="1753883" y="972819"/>
                </a:lnTo>
                <a:lnTo>
                  <a:pt x="1722044" y="1000759"/>
                </a:lnTo>
                <a:lnTo>
                  <a:pt x="1687794" y="1028699"/>
                </a:lnTo>
                <a:lnTo>
                  <a:pt x="1651238" y="1055369"/>
                </a:lnTo>
                <a:lnTo>
                  <a:pt x="1612487" y="1080769"/>
                </a:lnTo>
                <a:lnTo>
                  <a:pt x="1571646" y="1103629"/>
                </a:lnTo>
                <a:lnTo>
                  <a:pt x="1528825" y="1125219"/>
                </a:lnTo>
                <a:lnTo>
                  <a:pt x="1484132" y="1145539"/>
                </a:lnTo>
                <a:lnTo>
                  <a:pt x="1437673" y="1164589"/>
                </a:lnTo>
                <a:lnTo>
                  <a:pt x="1389557" y="1181099"/>
                </a:lnTo>
                <a:lnTo>
                  <a:pt x="1339893" y="1196339"/>
                </a:lnTo>
                <a:lnTo>
                  <a:pt x="1288787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2" y="641349"/>
                </a:lnTo>
                <a:lnTo>
                  <a:pt x="5595" y="637539"/>
                </a:lnTo>
                <a:lnTo>
                  <a:pt x="1502" y="631189"/>
                </a:lnTo>
                <a:lnTo>
                  <a:pt x="0" y="623569"/>
                </a:lnTo>
                <a:lnTo>
                  <a:pt x="1502" y="615949"/>
                </a:lnTo>
                <a:lnTo>
                  <a:pt x="5595" y="610869"/>
                </a:lnTo>
                <a:lnTo>
                  <a:pt x="11652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3" y="610869"/>
                </a:lnTo>
                <a:lnTo>
                  <a:pt x="36596" y="615949"/>
                </a:lnTo>
                <a:lnTo>
                  <a:pt x="38099" y="623569"/>
                </a:lnTo>
                <a:lnTo>
                  <a:pt x="36596" y="631189"/>
                </a:lnTo>
                <a:lnTo>
                  <a:pt x="32503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099" y="623569"/>
                </a:moveTo>
                <a:lnTo>
                  <a:pt x="36596" y="615949"/>
                </a:lnTo>
                <a:lnTo>
                  <a:pt x="32503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099" y="623569"/>
                </a:lnTo>
                <a:close/>
              </a:path>
              <a:path w="1916430" h="1248410">
                <a:moveTo>
                  <a:pt x="957928" y="1248409"/>
                </a:moveTo>
                <a:lnTo>
                  <a:pt x="900440" y="1247139"/>
                </a:lnTo>
                <a:lnTo>
                  <a:pt x="843746" y="1244599"/>
                </a:lnTo>
                <a:lnTo>
                  <a:pt x="787954" y="1238249"/>
                </a:lnTo>
                <a:lnTo>
                  <a:pt x="733172" y="1230629"/>
                </a:lnTo>
                <a:lnTo>
                  <a:pt x="679507" y="1221739"/>
                </a:lnTo>
                <a:lnTo>
                  <a:pt x="627068" y="1210309"/>
                </a:lnTo>
                <a:lnTo>
                  <a:pt x="575962" y="1196339"/>
                </a:lnTo>
                <a:lnTo>
                  <a:pt x="526297" y="1181099"/>
                </a:lnTo>
                <a:lnTo>
                  <a:pt x="478181" y="1164589"/>
                </a:lnTo>
                <a:lnTo>
                  <a:pt x="431723" y="1145539"/>
                </a:lnTo>
                <a:lnTo>
                  <a:pt x="387029" y="1125219"/>
                </a:lnTo>
                <a:lnTo>
                  <a:pt x="344208" y="1103629"/>
                </a:lnTo>
                <a:lnTo>
                  <a:pt x="303368" y="1080769"/>
                </a:lnTo>
                <a:lnTo>
                  <a:pt x="264617" y="1055369"/>
                </a:lnTo>
                <a:lnTo>
                  <a:pt x="228061" y="1028699"/>
                </a:lnTo>
                <a:lnTo>
                  <a:pt x="193811" y="1000759"/>
                </a:lnTo>
                <a:lnTo>
                  <a:pt x="161972" y="972819"/>
                </a:lnTo>
                <a:lnTo>
                  <a:pt x="132654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0" y="810259"/>
                </a:lnTo>
                <a:lnTo>
                  <a:pt x="27641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2" y="631189"/>
                </a:lnTo>
                <a:lnTo>
                  <a:pt x="5595" y="637539"/>
                </a:lnTo>
                <a:lnTo>
                  <a:pt x="11652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1" y="896619"/>
                </a:lnTo>
                <a:lnTo>
                  <a:pt x="171083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59" y="1169669"/>
                </a:lnTo>
                <a:lnTo>
                  <a:pt x="674623" y="1182369"/>
                </a:lnTo>
                <a:lnTo>
                  <a:pt x="728685" y="1192529"/>
                </a:lnTo>
                <a:lnTo>
                  <a:pt x="784146" y="1200149"/>
                </a:lnTo>
                <a:lnTo>
                  <a:pt x="840906" y="1205229"/>
                </a:lnTo>
                <a:lnTo>
                  <a:pt x="898867" y="1209039"/>
                </a:lnTo>
                <a:lnTo>
                  <a:pt x="957928" y="1210309"/>
                </a:lnTo>
                <a:lnTo>
                  <a:pt x="1287879" y="1210309"/>
                </a:lnTo>
                <a:lnTo>
                  <a:pt x="1236348" y="1221739"/>
                </a:lnTo>
                <a:lnTo>
                  <a:pt x="1192353" y="1229359"/>
                </a:lnTo>
                <a:lnTo>
                  <a:pt x="957928" y="1229359"/>
                </a:lnTo>
                <a:lnTo>
                  <a:pt x="957928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3" y="637539"/>
                </a:lnTo>
                <a:lnTo>
                  <a:pt x="36596" y="631189"/>
                </a:lnTo>
                <a:lnTo>
                  <a:pt x="38099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8" y="1248409"/>
                </a:moveTo>
                <a:lnTo>
                  <a:pt x="957928" y="1229359"/>
                </a:lnTo>
                <a:lnTo>
                  <a:pt x="1192353" y="1229359"/>
                </a:lnTo>
                <a:lnTo>
                  <a:pt x="1127901" y="1238249"/>
                </a:lnTo>
                <a:lnTo>
                  <a:pt x="1072109" y="1244599"/>
                </a:lnTo>
                <a:lnTo>
                  <a:pt x="1015415" y="1247139"/>
                </a:lnTo>
                <a:lnTo>
                  <a:pt x="957928" y="1248409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758931" y="708569"/>
            <a:ext cx="134937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Blackhats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8270" y="586417"/>
            <a:ext cx="15880080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72305" algn="l"/>
                <a:tab pos="5198745" algn="l"/>
                <a:tab pos="7258684" algn="l"/>
                <a:tab pos="11244580" algn="l"/>
                <a:tab pos="12741275" algn="l"/>
                <a:tab pos="13408025" algn="l"/>
                <a:tab pos="13985240" algn="l"/>
                <a:tab pos="15156180" algn="l"/>
              </a:tabLst>
            </a:pPr>
            <a:r>
              <a:rPr dirty="0" sz="4200" spc="-10"/>
              <a:t>PARTICIPATION</a:t>
            </a:r>
            <a:r>
              <a:rPr dirty="0" sz="4200"/>
              <a:t>	</a:t>
            </a:r>
            <a:r>
              <a:rPr dirty="0" sz="4200" spc="-25"/>
              <a:t>IN</a:t>
            </a:r>
            <a:r>
              <a:rPr dirty="0" sz="4200"/>
              <a:t>	</a:t>
            </a:r>
            <a:r>
              <a:rPr dirty="0" sz="4200" spc="-10"/>
              <a:t>OTHER</a:t>
            </a:r>
            <a:r>
              <a:rPr dirty="0" sz="4200"/>
              <a:t>	</a:t>
            </a:r>
            <a:r>
              <a:rPr dirty="0" sz="4200" spc="-10"/>
              <a:t>HACKATHONS</a:t>
            </a:r>
            <a:r>
              <a:rPr dirty="0" sz="4200"/>
              <a:t>	</a:t>
            </a:r>
            <a:r>
              <a:rPr dirty="0" sz="4200" spc="-20"/>
              <a:t>(AUG</a:t>
            </a:r>
            <a:r>
              <a:rPr dirty="0" sz="4200"/>
              <a:t>	</a:t>
            </a:r>
            <a:r>
              <a:rPr dirty="0" sz="4200" spc="-25"/>
              <a:t>25</a:t>
            </a:r>
            <a:r>
              <a:rPr dirty="0" sz="4200"/>
              <a:t>	</a:t>
            </a:r>
            <a:r>
              <a:rPr dirty="0" sz="4200" spc="-25"/>
              <a:t>to</a:t>
            </a:r>
            <a:r>
              <a:rPr dirty="0" sz="4200"/>
              <a:t>	</a:t>
            </a:r>
            <a:r>
              <a:rPr dirty="0" sz="4200" spc="-25"/>
              <a:t>JAN</a:t>
            </a:r>
            <a:r>
              <a:rPr dirty="0" sz="4200"/>
              <a:t>	</a:t>
            </a:r>
            <a:r>
              <a:rPr dirty="0" sz="4200" spc="-25"/>
              <a:t>26)</a:t>
            </a:r>
            <a:endParaRPr sz="4200"/>
          </a:p>
        </p:txBody>
      </p:sp>
      <p:grpSp>
        <p:nvGrpSpPr>
          <p:cNvPr id="3" name="object 3" descr=""/>
          <p:cNvGrpSpPr/>
          <p:nvPr/>
        </p:nvGrpSpPr>
        <p:grpSpPr>
          <a:xfrm>
            <a:off x="163107" y="170146"/>
            <a:ext cx="17888585" cy="9126220"/>
            <a:chOff x="163107" y="170146"/>
            <a:chExt cx="17888585" cy="9126220"/>
          </a:xfrm>
        </p:grpSpPr>
        <p:sp>
          <p:nvSpPr>
            <p:cNvPr id="4" name="object 4" descr=""/>
            <p:cNvSpPr/>
            <p:nvPr/>
          </p:nvSpPr>
          <p:spPr>
            <a:xfrm>
              <a:off x="201207" y="208246"/>
              <a:ext cx="17812385" cy="9050020"/>
            </a:xfrm>
            <a:custGeom>
              <a:avLst/>
              <a:gdLst/>
              <a:ahLst/>
              <a:cxnLst/>
              <a:rect l="l" t="t" r="r" b="b"/>
              <a:pathLst>
                <a:path w="17812385" h="9050020">
                  <a:moveTo>
                    <a:pt x="0" y="0"/>
                  </a:moveTo>
                  <a:lnTo>
                    <a:pt x="17811845" y="0"/>
                  </a:lnTo>
                  <a:lnTo>
                    <a:pt x="17811845" y="9049940"/>
                  </a:lnTo>
                  <a:lnTo>
                    <a:pt x="0" y="9049940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33609" y="1359791"/>
              <a:ext cx="1916430" cy="1248410"/>
            </a:xfrm>
            <a:custGeom>
              <a:avLst/>
              <a:gdLst/>
              <a:ahLst/>
              <a:cxnLst/>
              <a:rect l="l" t="t" r="r" b="b"/>
              <a:pathLst>
                <a:path w="1916430" h="1248410">
                  <a:moveTo>
                    <a:pt x="0" y="623569"/>
                  </a:moveTo>
                  <a:lnTo>
                    <a:pt x="1781" y="585469"/>
                  </a:lnTo>
                  <a:lnTo>
                    <a:pt x="7054" y="547369"/>
                  </a:lnTo>
                  <a:lnTo>
                    <a:pt x="15710" y="509269"/>
                  </a:lnTo>
                  <a:lnTo>
                    <a:pt x="42741" y="438149"/>
                  </a:lnTo>
                  <a:lnTo>
                    <a:pt x="60899" y="403859"/>
                  </a:lnTo>
                  <a:lnTo>
                    <a:pt x="82010" y="369569"/>
                  </a:lnTo>
                  <a:lnTo>
                    <a:pt x="105964" y="336549"/>
                  </a:lnTo>
                  <a:lnTo>
                    <a:pt x="132655" y="306069"/>
                  </a:lnTo>
                  <a:lnTo>
                    <a:pt x="161973" y="275589"/>
                  </a:lnTo>
                  <a:lnTo>
                    <a:pt x="193812" y="246379"/>
                  </a:lnTo>
                  <a:lnTo>
                    <a:pt x="228062" y="218439"/>
                  </a:lnTo>
                  <a:lnTo>
                    <a:pt x="264618" y="193039"/>
                  </a:lnTo>
                  <a:lnTo>
                    <a:pt x="303369" y="167639"/>
                  </a:lnTo>
                  <a:lnTo>
                    <a:pt x="344210" y="143509"/>
                  </a:lnTo>
                  <a:lnTo>
                    <a:pt x="387030" y="121919"/>
                  </a:lnTo>
                  <a:lnTo>
                    <a:pt x="431724" y="101599"/>
                  </a:lnTo>
                  <a:lnTo>
                    <a:pt x="478183" y="82549"/>
                  </a:lnTo>
                  <a:lnTo>
                    <a:pt x="526298" y="66039"/>
                  </a:lnTo>
                  <a:lnTo>
                    <a:pt x="575963" y="50799"/>
                  </a:lnTo>
                  <a:lnTo>
                    <a:pt x="627069" y="38099"/>
                  </a:lnTo>
                  <a:lnTo>
                    <a:pt x="679508" y="26669"/>
                  </a:lnTo>
                  <a:lnTo>
                    <a:pt x="733173" y="16509"/>
                  </a:lnTo>
                  <a:lnTo>
                    <a:pt x="787955" y="8889"/>
                  </a:lnTo>
                  <a:lnTo>
                    <a:pt x="843747" y="3809"/>
                  </a:lnTo>
                  <a:lnTo>
                    <a:pt x="900441" y="0"/>
                  </a:lnTo>
                  <a:lnTo>
                    <a:pt x="1015416" y="0"/>
                  </a:lnTo>
                  <a:lnTo>
                    <a:pt x="1072110" y="3809"/>
                  </a:lnTo>
                  <a:lnTo>
                    <a:pt x="1127902" y="8889"/>
                  </a:lnTo>
                  <a:lnTo>
                    <a:pt x="1192356" y="17779"/>
                  </a:lnTo>
                  <a:lnTo>
                    <a:pt x="957928" y="17779"/>
                  </a:lnTo>
                  <a:lnTo>
                    <a:pt x="957928" y="36829"/>
                  </a:lnTo>
                  <a:lnTo>
                    <a:pt x="898867" y="38099"/>
                  </a:lnTo>
                  <a:lnTo>
                    <a:pt x="840906" y="41909"/>
                  </a:lnTo>
                  <a:lnTo>
                    <a:pt x="784146" y="48259"/>
                  </a:lnTo>
                  <a:lnTo>
                    <a:pt x="728685" y="55879"/>
                  </a:lnTo>
                  <a:lnTo>
                    <a:pt x="674623" y="66039"/>
                  </a:lnTo>
                  <a:lnTo>
                    <a:pt x="622059" y="77469"/>
                  </a:lnTo>
                  <a:lnTo>
                    <a:pt x="571092" y="91439"/>
                  </a:lnTo>
                  <a:lnTo>
                    <a:pt x="521821" y="107949"/>
                  </a:lnTo>
                  <a:lnTo>
                    <a:pt x="474346" y="125729"/>
                  </a:lnTo>
                  <a:lnTo>
                    <a:pt x="428765" y="144779"/>
                  </a:lnTo>
                  <a:lnTo>
                    <a:pt x="385178" y="165099"/>
                  </a:lnTo>
                  <a:lnTo>
                    <a:pt x="343684" y="187959"/>
                  </a:lnTo>
                  <a:lnTo>
                    <a:pt x="304383" y="212089"/>
                  </a:lnTo>
                  <a:lnTo>
                    <a:pt x="267373" y="237489"/>
                  </a:lnTo>
                  <a:lnTo>
                    <a:pt x="232753" y="264159"/>
                  </a:lnTo>
                  <a:lnTo>
                    <a:pt x="200624" y="292099"/>
                  </a:lnTo>
                  <a:lnTo>
                    <a:pt x="171083" y="321309"/>
                  </a:lnTo>
                  <a:lnTo>
                    <a:pt x="144231" y="351789"/>
                  </a:lnTo>
                  <a:lnTo>
                    <a:pt x="120167" y="382269"/>
                  </a:lnTo>
                  <a:lnTo>
                    <a:pt x="98989" y="415289"/>
                  </a:lnTo>
                  <a:lnTo>
                    <a:pt x="65691" y="481329"/>
                  </a:lnTo>
                  <a:lnTo>
                    <a:pt x="45130" y="551179"/>
                  </a:lnTo>
                  <a:lnTo>
                    <a:pt x="39029" y="604519"/>
                  </a:lnTo>
                  <a:lnTo>
                    <a:pt x="19049" y="604519"/>
                  </a:lnTo>
                  <a:lnTo>
                    <a:pt x="11653" y="605789"/>
                  </a:lnTo>
                  <a:lnTo>
                    <a:pt x="5596" y="610869"/>
                  </a:lnTo>
                  <a:lnTo>
                    <a:pt x="1503" y="615949"/>
                  </a:lnTo>
                  <a:lnTo>
                    <a:pt x="0" y="623569"/>
                  </a:lnTo>
                  <a:close/>
                </a:path>
                <a:path w="1916430" h="1248410">
                  <a:moveTo>
                    <a:pt x="1288788" y="1210309"/>
                  </a:moveTo>
                  <a:lnTo>
                    <a:pt x="957928" y="1210309"/>
                  </a:lnTo>
                  <a:lnTo>
                    <a:pt x="1016990" y="1209039"/>
                  </a:lnTo>
                  <a:lnTo>
                    <a:pt x="1074950" y="1205229"/>
                  </a:lnTo>
                  <a:lnTo>
                    <a:pt x="1131711" y="1200149"/>
                  </a:lnTo>
                  <a:lnTo>
                    <a:pt x="1187172" y="1192529"/>
                  </a:lnTo>
                  <a:lnTo>
                    <a:pt x="1241234" y="1182369"/>
                  </a:lnTo>
                  <a:lnTo>
                    <a:pt x="1293798" y="1169669"/>
                  </a:lnTo>
                  <a:lnTo>
                    <a:pt x="1344766" y="1155699"/>
                  </a:lnTo>
                  <a:lnTo>
                    <a:pt x="1394037" y="1140459"/>
                  </a:lnTo>
                  <a:lnTo>
                    <a:pt x="1441512" y="1122679"/>
                  </a:lnTo>
                  <a:lnTo>
                    <a:pt x="1487093" y="1103629"/>
                  </a:lnTo>
                  <a:lnTo>
                    <a:pt x="1530680" y="1082039"/>
                  </a:lnTo>
                  <a:lnTo>
                    <a:pt x="1572174" y="1060449"/>
                  </a:lnTo>
                  <a:lnTo>
                    <a:pt x="1611476" y="1036319"/>
                  </a:lnTo>
                  <a:lnTo>
                    <a:pt x="1648486" y="1010919"/>
                  </a:lnTo>
                  <a:lnTo>
                    <a:pt x="1683105" y="984249"/>
                  </a:lnTo>
                  <a:lnTo>
                    <a:pt x="1715235" y="956309"/>
                  </a:lnTo>
                  <a:lnTo>
                    <a:pt x="1744775" y="927099"/>
                  </a:lnTo>
                  <a:lnTo>
                    <a:pt x="1771627" y="896619"/>
                  </a:lnTo>
                  <a:lnTo>
                    <a:pt x="1795692" y="864869"/>
                  </a:lnTo>
                  <a:lnTo>
                    <a:pt x="1816870" y="833119"/>
                  </a:lnTo>
                  <a:lnTo>
                    <a:pt x="1850168" y="765809"/>
                  </a:lnTo>
                  <a:lnTo>
                    <a:pt x="1870729" y="695959"/>
                  </a:lnTo>
                  <a:lnTo>
                    <a:pt x="1877759" y="623569"/>
                  </a:lnTo>
                  <a:lnTo>
                    <a:pt x="1875986" y="588009"/>
                  </a:lnTo>
                  <a:lnTo>
                    <a:pt x="1862094" y="516889"/>
                  </a:lnTo>
                  <a:lnTo>
                    <a:pt x="1835070" y="448309"/>
                  </a:lnTo>
                  <a:lnTo>
                    <a:pt x="1795707" y="382269"/>
                  </a:lnTo>
                  <a:lnTo>
                    <a:pt x="1771646" y="351789"/>
                  </a:lnTo>
                  <a:lnTo>
                    <a:pt x="1744798" y="321309"/>
                  </a:lnTo>
                  <a:lnTo>
                    <a:pt x="1715261" y="292099"/>
                  </a:lnTo>
                  <a:lnTo>
                    <a:pt x="1683135" y="264159"/>
                  </a:lnTo>
                  <a:lnTo>
                    <a:pt x="1648519" y="237489"/>
                  </a:lnTo>
                  <a:lnTo>
                    <a:pt x="1611511" y="212089"/>
                  </a:lnTo>
                  <a:lnTo>
                    <a:pt x="1572212" y="187959"/>
                  </a:lnTo>
                  <a:lnTo>
                    <a:pt x="1530720" y="165099"/>
                  </a:lnTo>
                  <a:lnTo>
                    <a:pt x="1487135" y="144779"/>
                  </a:lnTo>
                  <a:lnTo>
                    <a:pt x="1441554" y="125729"/>
                  </a:lnTo>
                  <a:lnTo>
                    <a:pt x="1394079" y="107949"/>
                  </a:lnTo>
                  <a:lnTo>
                    <a:pt x="1344806" y="91439"/>
                  </a:lnTo>
                  <a:lnTo>
                    <a:pt x="1293837" y="77469"/>
                  </a:lnTo>
                  <a:lnTo>
                    <a:pt x="1241269" y="66039"/>
                  </a:lnTo>
                  <a:lnTo>
                    <a:pt x="1187203" y="55879"/>
                  </a:lnTo>
                  <a:lnTo>
                    <a:pt x="1131736" y="48259"/>
                  </a:lnTo>
                  <a:lnTo>
                    <a:pt x="1074969" y="41909"/>
                  </a:lnTo>
                  <a:lnTo>
                    <a:pt x="1017000" y="38099"/>
                  </a:lnTo>
                  <a:lnTo>
                    <a:pt x="957928" y="36829"/>
                  </a:lnTo>
                  <a:lnTo>
                    <a:pt x="957928" y="17779"/>
                  </a:lnTo>
                  <a:lnTo>
                    <a:pt x="1192356" y="17779"/>
                  </a:lnTo>
                  <a:lnTo>
                    <a:pt x="1236349" y="26669"/>
                  </a:lnTo>
                  <a:lnTo>
                    <a:pt x="1288788" y="38099"/>
                  </a:lnTo>
                  <a:lnTo>
                    <a:pt x="1339895" y="50799"/>
                  </a:lnTo>
                  <a:lnTo>
                    <a:pt x="1389559" y="66039"/>
                  </a:lnTo>
                  <a:lnTo>
                    <a:pt x="1437675" y="82549"/>
                  </a:lnTo>
                  <a:lnTo>
                    <a:pt x="1484134" y="101599"/>
                  </a:lnTo>
                  <a:lnTo>
                    <a:pt x="1528828" y="121919"/>
                  </a:lnTo>
                  <a:lnTo>
                    <a:pt x="1571649" y="143509"/>
                  </a:lnTo>
                  <a:lnTo>
                    <a:pt x="1612489" y="167639"/>
                  </a:lnTo>
                  <a:lnTo>
                    <a:pt x="1651241" y="193039"/>
                  </a:lnTo>
                  <a:lnTo>
                    <a:pt x="1687796" y="218439"/>
                  </a:lnTo>
                  <a:lnTo>
                    <a:pt x="1722047" y="246379"/>
                  </a:lnTo>
                  <a:lnTo>
                    <a:pt x="1753886" y="275589"/>
                  </a:lnTo>
                  <a:lnTo>
                    <a:pt x="1783204" y="306069"/>
                  </a:lnTo>
                  <a:lnTo>
                    <a:pt x="1809895" y="336549"/>
                  </a:lnTo>
                  <a:lnTo>
                    <a:pt x="1833849" y="369569"/>
                  </a:lnTo>
                  <a:lnTo>
                    <a:pt x="1854959" y="403859"/>
                  </a:lnTo>
                  <a:lnTo>
                    <a:pt x="1873118" y="438149"/>
                  </a:lnTo>
                  <a:lnTo>
                    <a:pt x="1888217" y="473709"/>
                  </a:lnTo>
                  <a:lnTo>
                    <a:pt x="1908805" y="547369"/>
                  </a:lnTo>
                  <a:lnTo>
                    <a:pt x="1914078" y="585469"/>
                  </a:lnTo>
                  <a:lnTo>
                    <a:pt x="1915859" y="623569"/>
                  </a:lnTo>
                  <a:lnTo>
                    <a:pt x="1914193" y="660399"/>
                  </a:lnTo>
                  <a:lnTo>
                    <a:pt x="1914078" y="662939"/>
                  </a:lnTo>
                  <a:lnTo>
                    <a:pt x="1908805" y="701039"/>
                  </a:lnTo>
                  <a:lnTo>
                    <a:pt x="1888217" y="774699"/>
                  </a:lnTo>
                  <a:lnTo>
                    <a:pt x="1873118" y="810259"/>
                  </a:lnTo>
                  <a:lnTo>
                    <a:pt x="1854959" y="844549"/>
                  </a:lnTo>
                  <a:lnTo>
                    <a:pt x="1833849" y="877569"/>
                  </a:lnTo>
                  <a:lnTo>
                    <a:pt x="1809895" y="910589"/>
                  </a:lnTo>
                  <a:lnTo>
                    <a:pt x="1783204" y="942339"/>
                  </a:lnTo>
                  <a:lnTo>
                    <a:pt x="1753886" y="972819"/>
                  </a:lnTo>
                  <a:lnTo>
                    <a:pt x="1722047" y="1000759"/>
                  </a:lnTo>
                  <a:lnTo>
                    <a:pt x="1687796" y="1028699"/>
                  </a:lnTo>
                  <a:lnTo>
                    <a:pt x="1651241" y="1055369"/>
                  </a:lnTo>
                  <a:lnTo>
                    <a:pt x="1612489" y="1080769"/>
                  </a:lnTo>
                  <a:lnTo>
                    <a:pt x="1571649" y="1103629"/>
                  </a:lnTo>
                  <a:lnTo>
                    <a:pt x="1528828" y="1125219"/>
                  </a:lnTo>
                  <a:lnTo>
                    <a:pt x="1484134" y="1145539"/>
                  </a:lnTo>
                  <a:lnTo>
                    <a:pt x="1437675" y="1164589"/>
                  </a:lnTo>
                  <a:lnTo>
                    <a:pt x="1389559" y="1181099"/>
                  </a:lnTo>
                  <a:lnTo>
                    <a:pt x="1339895" y="1196339"/>
                  </a:lnTo>
                  <a:lnTo>
                    <a:pt x="1288788" y="1210309"/>
                  </a:lnTo>
                  <a:close/>
                </a:path>
                <a:path w="1916430" h="1248410">
                  <a:moveTo>
                    <a:pt x="19049" y="642619"/>
                  </a:moveTo>
                  <a:lnTo>
                    <a:pt x="11653" y="641349"/>
                  </a:lnTo>
                  <a:lnTo>
                    <a:pt x="5596" y="637539"/>
                  </a:lnTo>
                  <a:lnTo>
                    <a:pt x="1503" y="631189"/>
                  </a:lnTo>
                  <a:lnTo>
                    <a:pt x="0" y="623569"/>
                  </a:lnTo>
                  <a:lnTo>
                    <a:pt x="1503" y="615949"/>
                  </a:lnTo>
                  <a:lnTo>
                    <a:pt x="5596" y="610869"/>
                  </a:lnTo>
                  <a:lnTo>
                    <a:pt x="11653" y="605789"/>
                  </a:lnTo>
                  <a:lnTo>
                    <a:pt x="19049" y="604519"/>
                  </a:lnTo>
                  <a:lnTo>
                    <a:pt x="26447" y="605789"/>
                  </a:lnTo>
                  <a:lnTo>
                    <a:pt x="32504" y="610869"/>
                  </a:lnTo>
                  <a:lnTo>
                    <a:pt x="36597" y="615949"/>
                  </a:lnTo>
                  <a:lnTo>
                    <a:pt x="38099" y="623569"/>
                  </a:lnTo>
                  <a:lnTo>
                    <a:pt x="36597" y="631189"/>
                  </a:lnTo>
                  <a:lnTo>
                    <a:pt x="32504" y="637539"/>
                  </a:lnTo>
                  <a:lnTo>
                    <a:pt x="26447" y="641349"/>
                  </a:lnTo>
                  <a:lnTo>
                    <a:pt x="19049" y="642619"/>
                  </a:lnTo>
                  <a:close/>
                </a:path>
                <a:path w="1916430" h="1248410">
                  <a:moveTo>
                    <a:pt x="38099" y="623569"/>
                  </a:moveTo>
                  <a:lnTo>
                    <a:pt x="36597" y="615949"/>
                  </a:lnTo>
                  <a:lnTo>
                    <a:pt x="32504" y="610869"/>
                  </a:lnTo>
                  <a:lnTo>
                    <a:pt x="26447" y="605789"/>
                  </a:lnTo>
                  <a:lnTo>
                    <a:pt x="19049" y="604519"/>
                  </a:lnTo>
                  <a:lnTo>
                    <a:pt x="39029" y="604519"/>
                  </a:lnTo>
                  <a:lnTo>
                    <a:pt x="38099" y="623569"/>
                  </a:lnTo>
                  <a:close/>
                </a:path>
                <a:path w="1916430" h="1248410">
                  <a:moveTo>
                    <a:pt x="957928" y="1248409"/>
                  </a:moveTo>
                  <a:lnTo>
                    <a:pt x="900441" y="1247139"/>
                  </a:lnTo>
                  <a:lnTo>
                    <a:pt x="843747" y="1244599"/>
                  </a:lnTo>
                  <a:lnTo>
                    <a:pt x="787955" y="1238249"/>
                  </a:lnTo>
                  <a:lnTo>
                    <a:pt x="733173" y="1230629"/>
                  </a:lnTo>
                  <a:lnTo>
                    <a:pt x="679508" y="1221739"/>
                  </a:lnTo>
                  <a:lnTo>
                    <a:pt x="627069" y="1210309"/>
                  </a:lnTo>
                  <a:lnTo>
                    <a:pt x="575963" y="1196339"/>
                  </a:lnTo>
                  <a:lnTo>
                    <a:pt x="526298" y="1181099"/>
                  </a:lnTo>
                  <a:lnTo>
                    <a:pt x="478183" y="1164589"/>
                  </a:lnTo>
                  <a:lnTo>
                    <a:pt x="431724" y="1145539"/>
                  </a:lnTo>
                  <a:lnTo>
                    <a:pt x="387030" y="1125219"/>
                  </a:lnTo>
                  <a:lnTo>
                    <a:pt x="344210" y="1103629"/>
                  </a:lnTo>
                  <a:lnTo>
                    <a:pt x="303369" y="1080769"/>
                  </a:lnTo>
                  <a:lnTo>
                    <a:pt x="264618" y="1055369"/>
                  </a:lnTo>
                  <a:lnTo>
                    <a:pt x="228062" y="1028699"/>
                  </a:lnTo>
                  <a:lnTo>
                    <a:pt x="193812" y="1000759"/>
                  </a:lnTo>
                  <a:lnTo>
                    <a:pt x="161973" y="972819"/>
                  </a:lnTo>
                  <a:lnTo>
                    <a:pt x="132655" y="942339"/>
                  </a:lnTo>
                  <a:lnTo>
                    <a:pt x="105964" y="910589"/>
                  </a:lnTo>
                  <a:lnTo>
                    <a:pt x="82010" y="877569"/>
                  </a:lnTo>
                  <a:lnTo>
                    <a:pt x="60899" y="844549"/>
                  </a:lnTo>
                  <a:lnTo>
                    <a:pt x="42741" y="810259"/>
                  </a:lnTo>
                  <a:lnTo>
                    <a:pt x="27642" y="774699"/>
                  </a:lnTo>
                  <a:lnTo>
                    <a:pt x="15710" y="737869"/>
                  </a:lnTo>
                  <a:lnTo>
                    <a:pt x="1781" y="662939"/>
                  </a:lnTo>
                  <a:lnTo>
                    <a:pt x="0" y="623569"/>
                  </a:lnTo>
                  <a:lnTo>
                    <a:pt x="1503" y="631189"/>
                  </a:lnTo>
                  <a:lnTo>
                    <a:pt x="5596" y="637539"/>
                  </a:lnTo>
                  <a:lnTo>
                    <a:pt x="11653" y="641349"/>
                  </a:lnTo>
                  <a:lnTo>
                    <a:pt x="19049" y="642619"/>
                  </a:lnTo>
                  <a:lnTo>
                    <a:pt x="39029" y="642619"/>
                  </a:lnTo>
                  <a:lnTo>
                    <a:pt x="39874" y="660399"/>
                  </a:lnTo>
                  <a:lnTo>
                    <a:pt x="53768" y="731519"/>
                  </a:lnTo>
                  <a:lnTo>
                    <a:pt x="80797" y="800099"/>
                  </a:lnTo>
                  <a:lnTo>
                    <a:pt x="120167" y="864869"/>
                  </a:lnTo>
                  <a:lnTo>
                    <a:pt x="144231" y="896619"/>
                  </a:lnTo>
                  <a:lnTo>
                    <a:pt x="171083" y="927099"/>
                  </a:lnTo>
                  <a:lnTo>
                    <a:pt x="200624" y="956309"/>
                  </a:lnTo>
                  <a:lnTo>
                    <a:pt x="232753" y="984249"/>
                  </a:lnTo>
                  <a:lnTo>
                    <a:pt x="267373" y="1010919"/>
                  </a:lnTo>
                  <a:lnTo>
                    <a:pt x="304383" y="1036319"/>
                  </a:lnTo>
                  <a:lnTo>
                    <a:pt x="343684" y="1060449"/>
                  </a:lnTo>
                  <a:lnTo>
                    <a:pt x="385178" y="1082039"/>
                  </a:lnTo>
                  <a:lnTo>
                    <a:pt x="428765" y="1103629"/>
                  </a:lnTo>
                  <a:lnTo>
                    <a:pt x="474346" y="1122679"/>
                  </a:lnTo>
                  <a:lnTo>
                    <a:pt x="521821" y="1140459"/>
                  </a:lnTo>
                  <a:lnTo>
                    <a:pt x="571092" y="1155699"/>
                  </a:lnTo>
                  <a:lnTo>
                    <a:pt x="622059" y="1169669"/>
                  </a:lnTo>
                  <a:lnTo>
                    <a:pt x="674623" y="1182369"/>
                  </a:lnTo>
                  <a:lnTo>
                    <a:pt x="728685" y="1192529"/>
                  </a:lnTo>
                  <a:lnTo>
                    <a:pt x="784146" y="1200149"/>
                  </a:lnTo>
                  <a:lnTo>
                    <a:pt x="840906" y="1205229"/>
                  </a:lnTo>
                  <a:lnTo>
                    <a:pt x="898867" y="1209039"/>
                  </a:lnTo>
                  <a:lnTo>
                    <a:pt x="957928" y="1210309"/>
                  </a:lnTo>
                  <a:lnTo>
                    <a:pt x="1287882" y="1210309"/>
                  </a:lnTo>
                  <a:lnTo>
                    <a:pt x="1236349" y="1221739"/>
                  </a:lnTo>
                  <a:lnTo>
                    <a:pt x="1192356" y="1229359"/>
                  </a:lnTo>
                  <a:lnTo>
                    <a:pt x="957928" y="1229359"/>
                  </a:lnTo>
                  <a:lnTo>
                    <a:pt x="957928" y="1248409"/>
                  </a:lnTo>
                  <a:close/>
                </a:path>
                <a:path w="1916430" h="1248410">
                  <a:moveTo>
                    <a:pt x="39029" y="642619"/>
                  </a:moveTo>
                  <a:lnTo>
                    <a:pt x="19049" y="642619"/>
                  </a:lnTo>
                  <a:lnTo>
                    <a:pt x="26447" y="641349"/>
                  </a:lnTo>
                  <a:lnTo>
                    <a:pt x="32504" y="637539"/>
                  </a:lnTo>
                  <a:lnTo>
                    <a:pt x="36597" y="631189"/>
                  </a:lnTo>
                  <a:lnTo>
                    <a:pt x="38099" y="623569"/>
                  </a:lnTo>
                  <a:lnTo>
                    <a:pt x="38967" y="641349"/>
                  </a:lnTo>
                  <a:lnTo>
                    <a:pt x="39029" y="642619"/>
                  </a:lnTo>
                  <a:close/>
                </a:path>
                <a:path w="1916430" h="1248410">
                  <a:moveTo>
                    <a:pt x="957928" y="1248409"/>
                  </a:moveTo>
                  <a:lnTo>
                    <a:pt x="957928" y="1229359"/>
                  </a:lnTo>
                  <a:lnTo>
                    <a:pt x="1192356" y="1229359"/>
                  </a:lnTo>
                  <a:lnTo>
                    <a:pt x="1127902" y="1238249"/>
                  </a:lnTo>
                  <a:lnTo>
                    <a:pt x="1072110" y="1244599"/>
                  </a:lnTo>
                  <a:lnTo>
                    <a:pt x="1015416" y="1247139"/>
                  </a:lnTo>
                  <a:lnTo>
                    <a:pt x="957928" y="1248409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616928" y="1709042"/>
            <a:ext cx="134937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Blackhats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483527" y="2724778"/>
            <a:ext cx="212344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solidFill>
                  <a:srgbClr val="FFFFFF"/>
                </a:solidFill>
                <a:latin typeface="Calibri"/>
                <a:cs typeface="Calibri"/>
              </a:rPr>
              <a:t>Team</a:t>
            </a:r>
            <a:r>
              <a:rPr dirty="0" sz="27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 spc="-10" b="1">
                <a:solidFill>
                  <a:srgbClr val="FFFFFF"/>
                </a:solidFill>
                <a:latin typeface="Calibri"/>
                <a:cs typeface="Calibri"/>
              </a:rPr>
              <a:t>Member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219010" y="2724778"/>
            <a:ext cx="524065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solidFill>
                  <a:srgbClr val="FFFFFF"/>
                </a:solidFill>
                <a:latin typeface="Calibri"/>
                <a:cs typeface="Calibri"/>
              </a:rPr>
              <a:t>Hackathon</a:t>
            </a:r>
            <a:r>
              <a:rPr dirty="0" sz="27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libri"/>
                <a:cs typeface="Calibri"/>
              </a:rPr>
              <a:t>Details</a:t>
            </a:r>
            <a:r>
              <a:rPr dirty="0" sz="27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libri"/>
                <a:cs typeface="Calibri"/>
              </a:rPr>
              <a:t>(Aug</a:t>
            </a:r>
            <a:r>
              <a:rPr dirty="0" sz="27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libri"/>
                <a:cs typeface="Calibri"/>
              </a:rPr>
              <a:t>25</a:t>
            </a:r>
            <a:r>
              <a:rPr dirty="0" sz="27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7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libri"/>
                <a:cs typeface="Calibri"/>
              </a:rPr>
              <a:t>Jan</a:t>
            </a:r>
            <a:r>
              <a:rPr dirty="0" sz="27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 spc="-25" b="1">
                <a:solidFill>
                  <a:srgbClr val="FFFFFF"/>
                </a:solidFill>
                <a:latin typeface="Calibri"/>
                <a:cs typeface="Calibri"/>
              </a:rPr>
              <a:t>26)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334959" y="2724778"/>
            <a:ext cx="277050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solidFill>
                  <a:srgbClr val="FFFFFF"/>
                </a:solidFill>
                <a:latin typeface="Calibri"/>
                <a:cs typeface="Calibri"/>
              </a:rPr>
              <a:t>Achievement</a:t>
            </a:r>
            <a:r>
              <a:rPr dirty="0" sz="2700" spc="-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dirty="0" sz="2700" spc="-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 spc="-25" b="1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983146" y="3498824"/>
            <a:ext cx="104711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Devesh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273356" y="3498824"/>
            <a:ext cx="2002789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latin typeface="Calibri"/>
                <a:cs typeface="Calibri"/>
              </a:rPr>
              <a:t>Internal </a:t>
            </a:r>
            <a:r>
              <a:rPr dirty="0" sz="2700" spc="-10">
                <a:latin typeface="Calibri"/>
                <a:cs typeface="Calibri"/>
              </a:rPr>
              <a:t>SIH25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567007" y="3527494"/>
            <a:ext cx="11957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Calibri"/>
                <a:cs typeface="Calibri"/>
              </a:rPr>
              <a:t>2nd</a:t>
            </a:r>
            <a:r>
              <a:rPr dirty="0" sz="2400" spc="-15" b="1">
                <a:latin typeface="Calibri"/>
                <a:cs typeface="Calibri"/>
              </a:rPr>
              <a:t> </a:t>
            </a:r>
            <a:r>
              <a:rPr dirty="0" sz="2400" spc="-20" b="1">
                <a:latin typeface="Calibri"/>
                <a:cs typeface="Calibri"/>
              </a:rPr>
              <a:t>Prize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086730" y="4272833"/>
            <a:ext cx="91757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Aditya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273356" y="4272833"/>
            <a:ext cx="2002789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latin typeface="Calibri"/>
                <a:cs typeface="Calibri"/>
              </a:rPr>
              <a:t>Internal </a:t>
            </a:r>
            <a:r>
              <a:rPr dirty="0" sz="2700" spc="-10">
                <a:latin typeface="Calibri"/>
                <a:cs typeface="Calibri"/>
              </a:rPr>
              <a:t>SIH25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2567007" y="4317315"/>
            <a:ext cx="109855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latin typeface="Calibri"/>
                <a:cs typeface="Calibri"/>
              </a:rPr>
              <a:t>2nd</a:t>
            </a:r>
            <a:r>
              <a:rPr dirty="0" sz="2200" spc="-1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Prize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273356" y="5046872"/>
            <a:ext cx="316484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latin typeface="Calibri"/>
                <a:cs typeface="Calibri"/>
              </a:rPr>
              <a:t>NXT-WAVE </a:t>
            </a:r>
            <a:r>
              <a:rPr dirty="0" sz="2700" spc="-10">
                <a:latin typeface="Calibri"/>
                <a:cs typeface="Calibri"/>
              </a:rPr>
              <a:t>Buildathon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2567007" y="5091354"/>
            <a:ext cx="241617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latin typeface="Calibri"/>
                <a:cs typeface="Calibri"/>
              </a:rPr>
              <a:t>qualified</a:t>
            </a:r>
            <a:r>
              <a:rPr dirty="0" sz="2200" spc="-5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for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round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spc="-50" b="1">
                <a:latin typeface="Calibri"/>
                <a:cs typeface="Calibri"/>
              </a:rPr>
              <a:t>2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147156" y="5820912"/>
            <a:ext cx="79629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Sadaf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273356" y="5820912"/>
            <a:ext cx="3875404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latin typeface="Calibri"/>
                <a:cs typeface="Calibri"/>
              </a:rPr>
              <a:t>Methodist 24hrs </a:t>
            </a:r>
            <a:r>
              <a:rPr dirty="0" sz="2700" spc="-10">
                <a:latin typeface="Calibri"/>
                <a:cs typeface="Calibri"/>
              </a:rPr>
              <a:t>hackathon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2567007" y="5865394"/>
            <a:ext cx="289242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latin typeface="Calibri"/>
                <a:cs typeface="Calibri"/>
              </a:rPr>
              <a:t>1st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Prize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out</a:t>
            </a:r>
            <a:r>
              <a:rPr dirty="0" sz="2200" spc="-2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of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45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spc="-20" b="1">
                <a:latin typeface="Calibri"/>
                <a:cs typeface="Calibri"/>
              </a:rPr>
              <a:t>teams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273356" y="6594952"/>
            <a:ext cx="179387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latin typeface="Calibri"/>
                <a:cs typeface="Calibri"/>
              </a:rPr>
              <a:t>AI for </a:t>
            </a:r>
            <a:r>
              <a:rPr dirty="0" sz="2700" spc="-10">
                <a:latin typeface="Calibri"/>
                <a:cs typeface="Calibri"/>
              </a:rPr>
              <a:t>bharat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2567007" y="6639434"/>
            <a:ext cx="998219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 b="1">
                <a:latin typeface="Calibri"/>
                <a:cs typeface="Calibri"/>
              </a:rPr>
              <a:t>Ongoing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964238" y="7349911"/>
            <a:ext cx="116268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Abhinav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273356" y="7349911"/>
            <a:ext cx="2002789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latin typeface="Calibri"/>
                <a:cs typeface="Calibri"/>
              </a:rPr>
              <a:t>Internal </a:t>
            </a:r>
            <a:r>
              <a:rPr dirty="0" sz="2700" spc="-10">
                <a:latin typeface="Calibri"/>
                <a:cs typeface="Calibri"/>
              </a:rPr>
              <a:t>SIH25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2567007" y="7394392"/>
            <a:ext cx="226568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latin typeface="Calibri"/>
                <a:cs typeface="Calibri"/>
              </a:rPr>
              <a:t>Summited</a:t>
            </a:r>
            <a:r>
              <a:rPr dirty="0" sz="2200" spc="-2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in</a:t>
            </a:r>
            <a:r>
              <a:rPr dirty="0" sz="2200" spc="-2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portal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273356" y="8102401"/>
            <a:ext cx="240347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latin typeface="Calibri"/>
                <a:cs typeface="Calibri"/>
              </a:rPr>
              <a:t>Frost labs </a:t>
            </a:r>
            <a:r>
              <a:rPr dirty="0" sz="2700" spc="-10">
                <a:latin typeface="Calibri"/>
                <a:cs typeface="Calibri"/>
              </a:rPr>
              <a:t>HITAM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2567007" y="8172315"/>
            <a:ext cx="5937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" b="1">
                <a:latin typeface="Calibri"/>
                <a:cs typeface="Calibri"/>
              </a:rPr>
              <a:t>None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1896002" y="2608892"/>
            <a:ext cx="15060930" cy="6156960"/>
            <a:chOff x="1896002" y="2608892"/>
            <a:chExt cx="15060930" cy="6156960"/>
          </a:xfrm>
        </p:grpSpPr>
        <p:sp>
          <p:nvSpPr>
            <p:cNvPr id="29" name="object 29" descr=""/>
            <p:cNvSpPr/>
            <p:nvPr/>
          </p:nvSpPr>
          <p:spPr>
            <a:xfrm>
              <a:off x="1898383" y="2613659"/>
              <a:ext cx="15056485" cy="6147435"/>
            </a:xfrm>
            <a:custGeom>
              <a:avLst/>
              <a:gdLst/>
              <a:ahLst/>
              <a:cxnLst/>
              <a:rect l="l" t="t" r="r" b="b"/>
              <a:pathLst>
                <a:path w="15056485" h="6147434">
                  <a:moveTo>
                    <a:pt x="15056168" y="0"/>
                  </a:moveTo>
                  <a:lnTo>
                    <a:pt x="10587609" y="0"/>
                  </a:lnTo>
                  <a:lnTo>
                    <a:pt x="3293910" y="0"/>
                  </a:lnTo>
                  <a:lnTo>
                    <a:pt x="0" y="0"/>
                  </a:lnTo>
                  <a:lnTo>
                    <a:pt x="0" y="6146889"/>
                  </a:lnTo>
                  <a:lnTo>
                    <a:pt x="3293910" y="6146889"/>
                  </a:lnTo>
                  <a:lnTo>
                    <a:pt x="10587609" y="6146889"/>
                  </a:lnTo>
                  <a:lnTo>
                    <a:pt x="15056168" y="6146889"/>
                  </a:lnTo>
                  <a:lnTo>
                    <a:pt x="150561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896002" y="2611273"/>
              <a:ext cx="15060930" cy="6151880"/>
            </a:xfrm>
            <a:custGeom>
              <a:avLst/>
              <a:gdLst/>
              <a:ahLst/>
              <a:cxnLst/>
              <a:rect l="l" t="t" r="r" b="b"/>
              <a:pathLst>
                <a:path w="15060930" h="6151880">
                  <a:moveTo>
                    <a:pt x="2381" y="2381"/>
                  </a:moveTo>
                  <a:lnTo>
                    <a:pt x="2381" y="6149263"/>
                  </a:lnTo>
                </a:path>
                <a:path w="15060930" h="6151880">
                  <a:moveTo>
                    <a:pt x="3296297" y="2381"/>
                  </a:moveTo>
                  <a:lnTo>
                    <a:pt x="3296297" y="6149263"/>
                  </a:lnTo>
                </a:path>
                <a:path w="15060930" h="6151880">
                  <a:moveTo>
                    <a:pt x="10589990" y="2381"/>
                  </a:moveTo>
                  <a:lnTo>
                    <a:pt x="10589990" y="6149263"/>
                  </a:lnTo>
                </a:path>
                <a:path w="15060930" h="6151880">
                  <a:moveTo>
                    <a:pt x="15058548" y="2381"/>
                  </a:moveTo>
                  <a:lnTo>
                    <a:pt x="15058548" y="6149263"/>
                  </a:lnTo>
                </a:path>
                <a:path w="15060930" h="6151880">
                  <a:moveTo>
                    <a:pt x="0" y="0"/>
                  </a:moveTo>
                  <a:lnTo>
                    <a:pt x="15060930" y="0"/>
                  </a:lnTo>
                </a:path>
                <a:path w="15060930" h="6151880">
                  <a:moveTo>
                    <a:pt x="0" y="774031"/>
                  </a:moveTo>
                  <a:lnTo>
                    <a:pt x="15060930" y="774031"/>
                  </a:lnTo>
                </a:path>
                <a:path w="15060930" h="6151880">
                  <a:moveTo>
                    <a:pt x="0" y="1548060"/>
                  </a:moveTo>
                  <a:lnTo>
                    <a:pt x="15060930" y="1548060"/>
                  </a:lnTo>
                </a:path>
                <a:path w="15060930" h="6151880">
                  <a:moveTo>
                    <a:pt x="0" y="2322090"/>
                  </a:moveTo>
                  <a:lnTo>
                    <a:pt x="15060930" y="2322090"/>
                  </a:lnTo>
                </a:path>
                <a:path w="15060930" h="6151880">
                  <a:moveTo>
                    <a:pt x="0" y="3096129"/>
                  </a:moveTo>
                  <a:lnTo>
                    <a:pt x="15060930" y="3096129"/>
                  </a:lnTo>
                </a:path>
                <a:path w="15060930" h="6151880">
                  <a:moveTo>
                    <a:pt x="0" y="3870159"/>
                  </a:moveTo>
                  <a:lnTo>
                    <a:pt x="15060930" y="3870159"/>
                  </a:lnTo>
                </a:path>
                <a:path w="15060930" h="6151880">
                  <a:moveTo>
                    <a:pt x="0" y="4644189"/>
                  </a:moveTo>
                  <a:lnTo>
                    <a:pt x="15060930" y="4644189"/>
                  </a:lnTo>
                </a:path>
                <a:path w="15060930" h="6151880">
                  <a:moveTo>
                    <a:pt x="0" y="5377614"/>
                  </a:moveTo>
                  <a:lnTo>
                    <a:pt x="15060930" y="5377614"/>
                  </a:lnTo>
                </a:path>
                <a:path w="15060930" h="6151880">
                  <a:moveTo>
                    <a:pt x="0" y="6151645"/>
                  </a:moveTo>
                  <a:lnTo>
                    <a:pt x="15060930" y="6151645"/>
                  </a:lnTo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7B5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v.abhinav 2450</dc:creator>
  <cp:keywords>DAHA1xZu1TM,BAFTPIjqOFY,0</cp:keywords>
  <dc:title>HYP 7.0 PPT format_Shortlisting.pptx</dc:title>
  <dcterms:created xsi:type="dcterms:W3CDTF">2026-02-21T04:40:47Z</dcterms:created>
  <dcterms:modified xsi:type="dcterms:W3CDTF">2026-02-21T04:40:47Z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2026-02-10T00:00:00Z</vt:filetime>
  </property>
  <property fmtid="{D5CDD505-2E9C-101B-9397-08002B2CF9AE}" pid="3" name="Creator">
    <vt:lpwstr>Canva</vt:lpwstr>
  </property>
  <property fmtid="{D5CDD505-2E9C-101B-9397-08002B2CF9AE}" pid="4" name="LastSaved">
    <vt:filetime>2026-02-21T00:00:00Z</vt:filetime>
  </property>
  <property fmtid="{D5CDD505-2E9C-101B-9397-08002B2CF9AE}" pid="5" name="Producer">
    <vt:lpwstr>3-Heights(TM) PDF Security Shell 4.8.25.2 (http://www.pdf-tools.com)</vt:lpwstr>
  </property>
</Properties>
</file>