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3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70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70" y="0"/>
                </a:lnTo>
                <a:lnTo>
                  <a:pt x="18287570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0112" y="315912"/>
            <a:ext cx="1044777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60996" y="1781856"/>
            <a:ext cx="15566006" cy="6874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21200" y="9661016"/>
            <a:ext cx="2032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hyperlink" Target="https://www.google.com/search?q=https%3A//dl.acm.org/doi/10.1145/2462456.2464429" TargetMode="External"/><Relationship Id="rId4" Type="http://schemas.openxmlformats.org/officeDocument/2006/relationships/hyperlink" Target="https://www.inderscienceonline.com/doi/abs/10.1504/IJBM.2014.059639" TargetMode="External"/><Relationship Id="rId5" Type="http://schemas.openxmlformats.org/officeDocument/2006/relationships/hyperlink" Target="https://www.google.com/search?q=https%3A//www.ijcaonline.org/archives/volume13/number10/1806-2396" TargetMode="External"/><Relationship Id="rId6" Type="http://schemas.openxmlformats.org/officeDocument/2006/relationships/hyperlink" Target="https://www.google.com/search?q=https%3A//ieeexplore.ieee.org/document/1351543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1297" y="1189522"/>
            <a:ext cx="806640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3950" algn="l"/>
                <a:tab pos="4798695" algn="l"/>
                <a:tab pos="7140575" algn="l"/>
              </a:tabLst>
            </a:pPr>
            <a:r>
              <a:rPr dirty="0" sz="6000" spc="-20">
                <a:solidFill>
                  <a:srgbClr val="1F497D"/>
                </a:solidFill>
              </a:rPr>
              <a:t>HACK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20">
                <a:solidFill>
                  <a:srgbClr val="1F497D"/>
                </a:solidFill>
              </a:rPr>
              <a:t>YOUR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20">
                <a:solidFill>
                  <a:srgbClr val="1F497D"/>
                </a:solidFill>
              </a:rPr>
              <a:t>PATH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95">
                <a:solidFill>
                  <a:srgbClr val="1F497D"/>
                </a:solidFill>
              </a:rPr>
              <a:t>7.0</a:t>
            </a:r>
            <a:endParaRPr sz="6000"/>
          </a:p>
        </p:txBody>
      </p:sp>
      <p:grpSp>
        <p:nvGrpSpPr>
          <p:cNvPr id="3" name="object 3" descr=""/>
          <p:cNvGrpSpPr/>
          <p:nvPr/>
        </p:nvGrpSpPr>
        <p:grpSpPr>
          <a:xfrm>
            <a:off x="171229" y="211651"/>
            <a:ext cx="17909540" cy="9879965"/>
            <a:chOff x="171229" y="211651"/>
            <a:chExt cx="17909540" cy="98799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7947" y="2829438"/>
              <a:ext cx="8080244" cy="462814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90279" y="230701"/>
              <a:ext cx="17871440" cy="9841865"/>
            </a:xfrm>
            <a:custGeom>
              <a:avLst/>
              <a:gdLst/>
              <a:ahLst/>
              <a:cxnLst/>
              <a:rect l="l" t="t" r="r" b="b"/>
              <a:pathLst>
                <a:path w="17871440" h="9841865">
                  <a:moveTo>
                    <a:pt x="0" y="0"/>
                  </a:moveTo>
                  <a:lnTo>
                    <a:pt x="17870834" y="0"/>
                  </a:lnTo>
                  <a:lnTo>
                    <a:pt x="17870834" y="9841500"/>
                  </a:lnTo>
                  <a:lnTo>
                    <a:pt x="0" y="984150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9253" y="3110484"/>
            <a:ext cx="6565900" cy="5401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2950" b="1">
                <a:latin typeface="Times New Roman"/>
                <a:cs typeface="Times New Roman"/>
              </a:rPr>
              <a:t>Theme</a:t>
            </a:r>
            <a:r>
              <a:rPr dirty="0" sz="2950" spc="-3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:</a:t>
            </a:r>
            <a:r>
              <a:rPr dirty="0" sz="2950" spc="-25" b="1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Open</a:t>
            </a:r>
            <a:r>
              <a:rPr dirty="0" sz="2950" spc="-2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Innovation</a:t>
            </a:r>
            <a:r>
              <a:rPr dirty="0" sz="2950" spc="-3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(SDG-Alligned)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950">
              <a:latin typeface="Times New Roman"/>
              <a:cs typeface="Times New Roman"/>
            </a:endParaRPr>
          </a:p>
          <a:p>
            <a:pPr marL="50800" marR="518159">
              <a:lnSpc>
                <a:spcPts val="3529"/>
              </a:lnSpc>
            </a:pPr>
            <a:r>
              <a:rPr dirty="0" sz="2950" b="1">
                <a:latin typeface="Times New Roman"/>
                <a:cs typeface="Times New Roman"/>
              </a:rPr>
              <a:t>Problem</a:t>
            </a:r>
            <a:r>
              <a:rPr dirty="0" sz="2950" spc="-7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Statement</a:t>
            </a:r>
            <a:r>
              <a:rPr dirty="0" sz="2950" spc="-114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Title</a:t>
            </a:r>
            <a:r>
              <a:rPr dirty="0" sz="2950" spc="-70" b="1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-</a:t>
            </a:r>
            <a:r>
              <a:rPr dirty="0" sz="2950" spc="-65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CortexKey: Brainwave</a:t>
            </a:r>
            <a:r>
              <a:rPr dirty="0" sz="2950" spc="-10">
                <a:latin typeface="Microsoft Sans Serif"/>
                <a:cs typeface="Microsoft Sans Serif"/>
              </a:rPr>
              <a:t>‑</a:t>
            </a:r>
            <a:r>
              <a:rPr dirty="0" sz="2950" spc="-10">
                <a:latin typeface="Times New Roman"/>
                <a:cs typeface="Times New Roman"/>
              </a:rPr>
              <a:t>Backed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Authentication</a:t>
            </a:r>
            <a:endParaRPr sz="29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90"/>
              </a:spcBef>
            </a:pPr>
            <a:r>
              <a:rPr dirty="0" sz="2950" spc="-35" b="1">
                <a:latin typeface="Times New Roman"/>
                <a:cs typeface="Times New Roman"/>
              </a:rPr>
              <a:t>Team</a:t>
            </a:r>
            <a:r>
              <a:rPr dirty="0" sz="2950" spc="-60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Name</a:t>
            </a:r>
            <a:r>
              <a:rPr dirty="0" sz="2950" spc="-55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:</a:t>
            </a:r>
            <a:r>
              <a:rPr dirty="0" sz="2950" spc="-55" b="1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BlackHats</a:t>
            </a: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950">
              <a:latin typeface="Times New Roman"/>
              <a:cs typeface="Times New Roman"/>
            </a:endParaRPr>
          </a:p>
          <a:p>
            <a:pPr marL="50800">
              <a:lnSpc>
                <a:spcPts val="3529"/>
              </a:lnSpc>
              <a:spcBef>
                <a:spcPts val="5"/>
              </a:spcBef>
            </a:pPr>
            <a:r>
              <a:rPr dirty="0" sz="2950" spc="-35" b="1">
                <a:latin typeface="Times New Roman"/>
                <a:cs typeface="Times New Roman"/>
              </a:rPr>
              <a:t>Team</a:t>
            </a:r>
            <a:r>
              <a:rPr dirty="0" sz="2950" spc="-105" b="1">
                <a:latin typeface="Times New Roman"/>
                <a:cs typeface="Times New Roman"/>
              </a:rPr>
              <a:t> </a:t>
            </a:r>
            <a:r>
              <a:rPr dirty="0" sz="2950" b="1">
                <a:latin typeface="Times New Roman"/>
                <a:cs typeface="Times New Roman"/>
              </a:rPr>
              <a:t>Details</a:t>
            </a:r>
            <a:r>
              <a:rPr dirty="0" sz="2950" spc="-100" b="1">
                <a:latin typeface="Times New Roman"/>
                <a:cs typeface="Times New Roman"/>
              </a:rPr>
              <a:t> </a:t>
            </a:r>
            <a:r>
              <a:rPr dirty="0" sz="2950" spc="-50" b="1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Devesh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CSD</a:t>
            </a:r>
            <a:r>
              <a:rPr dirty="0" sz="2950" spc="-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2</a:t>
            </a:r>
            <a:r>
              <a:rPr dirty="0" baseline="39682" sz="2625">
                <a:latin typeface="Times New Roman"/>
                <a:cs typeface="Times New Roman"/>
              </a:rPr>
              <a:t>nd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Aditya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CSD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2</a:t>
            </a:r>
            <a:r>
              <a:rPr dirty="0" baseline="39682" sz="2625">
                <a:latin typeface="Times New Roman"/>
                <a:cs typeface="Times New Roman"/>
              </a:rPr>
              <a:t>nd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2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Sadaf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CSE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1</a:t>
            </a:r>
            <a:r>
              <a:rPr dirty="0" baseline="39682" sz="2625">
                <a:latin typeface="Times New Roman"/>
                <a:cs typeface="Times New Roman"/>
              </a:rPr>
              <a:t>st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  <a:p>
            <a:pPr marL="688340" indent="-318135">
              <a:lnSpc>
                <a:spcPts val="3535"/>
              </a:lnSpc>
              <a:buAutoNum type="arabicPeriod"/>
              <a:tabLst>
                <a:tab pos="688340" algn="l"/>
              </a:tabLst>
            </a:pPr>
            <a:r>
              <a:rPr dirty="0" sz="2950">
                <a:latin typeface="Times New Roman"/>
                <a:cs typeface="Times New Roman"/>
              </a:rPr>
              <a:t>Abhinav</a:t>
            </a:r>
            <a:r>
              <a:rPr dirty="0" sz="2950" spc="-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CSE</a:t>
            </a:r>
            <a:r>
              <a:rPr dirty="0" sz="2950" spc="-10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1</a:t>
            </a:r>
            <a:r>
              <a:rPr dirty="0" baseline="39682" sz="2625">
                <a:latin typeface="Times New Roman"/>
                <a:cs typeface="Times New Roman"/>
              </a:rPr>
              <a:t>st</a:t>
            </a:r>
            <a:r>
              <a:rPr dirty="0" baseline="39682" sz="2625" spc="427">
                <a:latin typeface="Times New Roman"/>
                <a:cs typeface="Times New Roman"/>
              </a:rPr>
              <a:t> </a:t>
            </a:r>
            <a:r>
              <a:rPr dirty="0" sz="2950" spc="-25">
                <a:latin typeface="Times New Roman"/>
                <a:cs typeface="Times New Roman"/>
              </a:rPr>
              <a:t>yr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3180" y="599429"/>
            <a:ext cx="400875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8650" algn="l"/>
              </a:tabLst>
            </a:pPr>
            <a:r>
              <a:rPr dirty="0" spc="-20"/>
              <a:t>IDEA</a:t>
            </a:r>
            <a:r>
              <a:rPr dirty="0"/>
              <a:t>	</a:t>
            </a:r>
            <a:r>
              <a:rPr dirty="0" spc="-10"/>
              <a:t>TITLE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5611" y="359320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5364" y="1856318"/>
            <a:ext cx="17118965" cy="7123430"/>
            <a:chOff x="475364" y="1856318"/>
            <a:chExt cx="17118965" cy="7123430"/>
          </a:xfrm>
        </p:grpSpPr>
        <p:sp>
          <p:nvSpPr>
            <p:cNvPr id="6" name="object 6" descr=""/>
            <p:cNvSpPr/>
            <p:nvPr/>
          </p:nvSpPr>
          <p:spPr>
            <a:xfrm>
              <a:off x="494414" y="1875367"/>
              <a:ext cx="10489565" cy="7085330"/>
            </a:xfrm>
            <a:custGeom>
              <a:avLst/>
              <a:gdLst/>
              <a:ahLst/>
              <a:cxnLst/>
              <a:rect l="l" t="t" r="r" b="b"/>
              <a:pathLst>
                <a:path w="10489565" h="7085330">
                  <a:moveTo>
                    <a:pt x="10004813" y="7085151"/>
                  </a:moveTo>
                  <a:lnTo>
                    <a:pt x="485775" y="7085151"/>
                  </a:lnTo>
                  <a:lnTo>
                    <a:pt x="437762" y="7082775"/>
                  </a:lnTo>
                  <a:lnTo>
                    <a:pt x="390562" y="7075732"/>
                  </a:lnTo>
                  <a:lnTo>
                    <a:pt x="344494" y="7064154"/>
                  </a:lnTo>
                  <a:lnTo>
                    <a:pt x="299876" y="7048175"/>
                  </a:lnTo>
                  <a:lnTo>
                    <a:pt x="257028" y="7027924"/>
                  </a:lnTo>
                  <a:lnTo>
                    <a:pt x="216266" y="7003536"/>
                  </a:lnTo>
                  <a:lnTo>
                    <a:pt x="177911" y="6975141"/>
                  </a:lnTo>
                  <a:lnTo>
                    <a:pt x="142280" y="6942871"/>
                  </a:lnTo>
                  <a:lnTo>
                    <a:pt x="110010" y="6907241"/>
                  </a:lnTo>
                  <a:lnTo>
                    <a:pt x="81615" y="6868885"/>
                  </a:lnTo>
                  <a:lnTo>
                    <a:pt x="57227" y="6828124"/>
                  </a:lnTo>
                  <a:lnTo>
                    <a:pt x="36977" y="6785275"/>
                  </a:lnTo>
                  <a:lnTo>
                    <a:pt x="20997" y="6740657"/>
                  </a:lnTo>
                  <a:lnTo>
                    <a:pt x="9420" y="6694590"/>
                  </a:lnTo>
                  <a:lnTo>
                    <a:pt x="2377" y="6647390"/>
                  </a:lnTo>
                  <a:lnTo>
                    <a:pt x="0" y="6599377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0004813" y="0"/>
                  </a:lnTo>
                  <a:lnTo>
                    <a:pt x="10052826" y="2377"/>
                  </a:lnTo>
                  <a:lnTo>
                    <a:pt x="10100026" y="9420"/>
                  </a:lnTo>
                  <a:lnTo>
                    <a:pt x="10146093" y="20997"/>
                  </a:lnTo>
                  <a:lnTo>
                    <a:pt x="10190711" y="36977"/>
                  </a:lnTo>
                  <a:lnTo>
                    <a:pt x="10233560" y="57227"/>
                  </a:lnTo>
                  <a:lnTo>
                    <a:pt x="10274321" y="81615"/>
                  </a:lnTo>
                  <a:lnTo>
                    <a:pt x="10312677" y="110010"/>
                  </a:lnTo>
                  <a:lnTo>
                    <a:pt x="10348308" y="142280"/>
                  </a:lnTo>
                  <a:lnTo>
                    <a:pt x="10380577" y="177911"/>
                  </a:lnTo>
                  <a:lnTo>
                    <a:pt x="10408972" y="216266"/>
                  </a:lnTo>
                  <a:lnTo>
                    <a:pt x="10433360" y="257028"/>
                  </a:lnTo>
                  <a:lnTo>
                    <a:pt x="10453611" y="299877"/>
                  </a:lnTo>
                  <a:lnTo>
                    <a:pt x="10469590" y="344494"/>
                  </a:lnTo>
                  <a:lnTo>
                    <a:pt x="10481168" y="390562"/>
                  </a:lnTo>
                  <a:lnTo>
                    <a:pt x="10488211" y="437762"/>
                  </a:lnTo>
                  <a:lnTo>
                    <a:pt x="10489346" y="460674"/>
                  </a:lnTo>
                  <a:lnTo>
                    <a:pt x="10489346" y="6624477"/>
                  </a:lnTo>
                  <a:lnTo>
                    <a:pt x="10481168" y="6694590"/>
                  </a:lnTo>
                  <a:lnTo>
                    <a:pt x="10469590" y="6740657"/>
                  </a:lnTo>
                  <a:lnTo>
                    <a:pt x="10453611" y="6785275"/>
                  </a:lnTo>
                  <a:lnTo>
                    <a:pt x="10433360" y="6828124"/>
                  </a:lnTo>
                  <a:lnTo>
                    <a:pt x="10408972" y="6868885"/>
                  </a:lnTo>
                  <a:lnTo>
                    <a:pt x="10380577" y="6907241"/>
                  </a:lnTo>
                  <a:lnTo>
                    <a:pt x="10348308" y="6942871"/>
                  </a:lnTo>
                  <a:lnTo>
                    <a:pt x="10312677" y="6975141"/>
                  </a:lnTo>
                  <a:lnTo>
                    <a:pt x="10274321" y="7003536"/>
                  </a:lnTo>
                  <a:lnTo>
                    <a:pt x="10233560" y="7027924"/>
                  </a:lnTo>
                  <a:lnTo>
                    <a:pt x="10190711" y="7048175"/>
                  </a:lnTo>
                  <a:lnTo>
                    <a:pt x="10146093" y="7064154"/>
                  </a:lnTo>
                  <a:lnTo>
                    <a:pt x="10100026" y="7075732"/>
                  </a:lnTo>
                  <a:lnTo>
                    <a:pt x="10052826" y="7082775"/>
                  </a:lnTo>
                  <a:lnTo>
                    <a:pt x="10004813" y="7085151"/>
                  </a:lnTo>
                  <a:close/>
                </a:path>
              </a:pathLst>
            </a:custGeom>
            <a:solidFill>
              <a:srgbClr val="C1DF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4414" y="1875368"/>
              <a:ext cx="10487025" cy="7085330"/>
            </a:xfrm>
            <a:custGeom>
              <a:avLst/>
              <a:gdLst/>
              <a:ahLst/>
              <a:cxnLst/>
              <a:rect l="l" t="t" r="r" b="b"/>
              <a:pathLst>
                <a:path w="10487025" h="7085330">
                  <a:moveTo>
                    <a:pt x="10487024" y="6654342"/>
                  </a:moveTo>
                  <a:lnTo>
                    <a:pt x="10481028" y="6694528"/>
                  </a:lnTo>
                  <a:lnTo>
                    <a:pt x="10469451" y="6740595"/>
                  </a:lnTo>
                  <a:lnTo>
                    <a:pt x="10453471" y="6785212"/>
                  </a:lnTo>
                  <a:lnTo>
                    <a:pt x="10433222" y="6828060"/>
                  </a:lnTo>
                  <a:lnTo>
                    <a:pt x="10408834" y="6868821"/>
                  </a:lnTo>
                  <a:lnTo>
                    <a:pt x="10380439" y="6907175"/>
                  </a:lnTo>
                  <a:lnTo>
                    <a:pt x="10348170" y="6942806"/>
                  </a:lnTo>
                  <a:lnTo>
                    <a:pt x="10312540" y="6975075"/>
                  </a:lnTo>
                  <a:lnTo>
                    <a:pt x="10274185" y="7003470"/>
                  </a:lnTo>
                  <a:lnTo>
                    <a:pt x="10233424" y="7027858"/>
                  </a:lnTo>
                  <a:lnTo>
                    <a:pt x="10190576" y="7048108"/>
                  </a:lnTo>
                  <a:lnTo>
                    <a:pt x="10145959" y="7064087"/>
                  </a:lnTo>
                  <a:lnTo>
                    <a:pt x="10099891" y="7075664"/>
                  </a:lnTo>
                  <a:lnTo>
                    <a:pt x="10052692" y="7082708"/>
                  </a:lnTo>
                  <a:lnTo>
                    <a:pt x="10004680" y="7085085"/>
                  </a:lnTo>
                  <a:lnTo>
                    <a:pt x="485768" y="7085085"/>
                  </a:lnTo>
                  <a:lnTo>
                    <a:pt x="437756" y="7082708"/>
                  </a:lnTo>
                  <a:lnTo>
                    <a:pt x="390557" y="7075664"/>
                  </a:lnTo>
                  <a:lnTo>
                    <a:pt x="344489" y="7064087"/>
                  </a:lnTo>
                  <a:lnTo>
                    <a:pt x="299872" y="7048108"/>
                  </a:lnTo>
                  <a:lnTo>
                    <a:pt x="257024" y="7027858"/>
                  </a:lnTo>
                  <a:lnTo>
                    <a:pt x="216263" y="7003470"/>
                  </a:lnTo>
                  <a:lnTo>
                    <a:pt x="177908" y="6975075"/>
                  </a:lnTo>
                  <a:lnTo>
                    <a:pt x="142278" y="6942806"/>
                  </a:lnTo>
                  <a:lnTo>
                    <a:pt x="110009" y="6907176"/>
                  </a:lnTo>
                  <a:lnTo>
                    <a:pt x="81614" y="6868821"/>
                  </a:lnTo>
                  <a:lnTo>
                    <a:pt x="57226" y="6828060"/>
                  </a:lnTo>
                  <a:lnTo>
                    <a:pt x="36976" y="6785212"/>
                  </a:lnTo>
                  <a:lnTo>
                    <a:pt x="20997" y="6740595"/>
                  </a:lnTo>
                  <a:lnTo>
                    <a:pt x="9420" y="6694528"/>
                  </a:lnTo>
                  <a:lnTo>
                    <a:pt x="2377" y="6647329"/>
                  </a:lnTo>
                  <a:lnTo>
                    <a:pt x="0" y="6599316"/>
                  </a:lnTo>
                  <a:lnTo>
                    <a:pt x="0" y="485795"/>
                  </a:lnTo>
                  <a:lnTo>
                    <a:pt x="2377" y="437783"/>
                  </a:lnTo>
                  <a:lnTo>
                    <a:pt x="9420" y="390584"/>
                  </a:lnTo>
                  <a:lnTo>
                    <a:pt x="20997" y="344517"/>
                  </a:lnTo>
                  <a:lnTo>
                    <a:pt x="36976" y="299900"/>
                  </a:lnTo>
                  <a:lnTo>
                    <a:pt x="57226" y="257051"/>
                  </a:lnTo>
                  <a:lnTo>
                    <a:pt x="81614" y="216291"/>
                  </a:lnTo>
                  <a:lnTo>
                    <a:pt x="110009" y="177936"/>
                  </a:lnTo>
                  <a:lnTo>
                    <a:pt x="142278" y="142305"/>
                  </a:lnTo>
                  <a:lnTo>
                    <a:pt x="177908" y="110036"/>
                  </a:lnTo>
                  <a:lnTo>
                    <a:pt x="216263" y="81641"/>
                  </a:lnTo>
                  <a:lnTo>
                    <a:pt x="257024" y="57253"/>
                  </a:lnTo>
                  <a:lnTo>
                    <a:pt x="299872" y="37004"/>
                  </a:lnTo>
                  <a:lnTo>
                    <a:pt x="344489" y="21024"/>
                  </a:lnTo>
                  <a:lnTo>
                    <a:pt x="390557" y="9447"/>
                  </a:lnTo>
                  <a:lnTo>
                    <a:pt x="437756" y="2404"/>
                  </a:lnTo>
                  <a:lnTo>
                    <a:pt x="485768" y="0"/>
                  </a:lnTo>
                  <a:lnTo>
                    <a:pt x="10004680" y="0"/>
                  </a:lnTo>
                  <a:lnTo>
                    <a:pt x="10052692" y="2404"/>
                  </a:lnTo>
                  <a:lnTo>
                    <a:pt x="10099891" y="9447"/>
                  </a:lnTo>
                  <a:lnTo>
                    <a:pt x="10145959" y="21024"/>
                  </a:lnTo>
                  <a:lnTo>
                    <a:pt x="10190576" y="37004"/>
                  </a:lnTo>
                  <a:lnTo>
                    <a:pt x="10233424" y="57253"/>
                  </a:lnTo>
                  <a:lnTo>
                    <a:pt x="10274185" y="81642"/>
                  </a:lnTo>
                  <a:lnTo>
                    <a:pt x="10312540" y="110036"/>
                  </a:lnTo>
                  <a:lnTo>
                    <a:pt x="10348170" y="142305"/>
                  </a:lnTo>
                  <a:lnTo>
                    <a:pt x="10380439" y="177936"/>
                  </a:lnTo>
                  <a:lnTo>
                    <a:pt x="10408833" y="216291"/>
                  </a:lnTo>
                  <a:lnTo>
                    <a:pt x="10433221" y="257052"/>
                  </a:lnTo>
                  <a:lnTo>
                    <a:pt x="10453471" y="299900"/>
                  </a:lnTo>
                  <a:lnTo>
                    <a:pt x="10469451" y="344517"/>
                  </a:lnTo>
                  <a:lnTo>
                    <a:pt x="10481028" y="390584"/>
                  </a:lnTo>
                  <a:lnTo>
                    <a:pt x="10487024" y="43077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38080" y="2596323"/>
              <a:ext cx="5755870" cy="54005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7" y="4073430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7" y="5235480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177" y="6397530"/>
              <a:ext cx="123825" cy="123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5177" y="6978555"/>
              <a:ext cx="123825" cy="123824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22427" y="2089436"/>
            <a:ext cx="9839960" cy="5757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97790">
              <a:lnSpc>
                <a:spcPct val="100000"/>
              </a:lnSpc>
              <a:spcBef>
                <a:spcPts val="95"/>
              </a:spcBef>
            </a:pPr>
            <a:r>
              <a:rPr dirty="0" sz="3300" b="1">
                <a:latin typeface="Times New Roman"/>
                <a:cs typeface="Times New Roman"/>
              </a:rPr>
              <a:t>Problem</a:t>
            </a:r>
            <a:r>
              <a:rPr dirty="0" sz="3300" spc="-155" b="1">
                <a:latin typeface="Times New Roman"/>
                <a:cs typeface="Times New Roman"/>
              </a:rPr>
              <a:t> </a:t>
            </a:r>
            <a:r>
              <a:rPr dirty="0" sz="3300" spc="-10" b="1">
                <a:latin typeface="Times New Roman"/>
                <a:cs typeface="Times New Roman"/>
              </a:rPr>
              <a:t>Statement</a:t>
            </a: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300">
                <a:latin typeface="Times New Roman"/>
                <a:cs typeface="Times New Roman"/>
              </a:rPr>
              <a:t>Current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methods</a:t>
            </a:r>
            <a:r>
              <a:rPr dirty="0" sz="3300" spc="-9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fall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short:</a:t>
            </a:r>
            <a:endParaRPr sz="3300">
              <a:latin typeface="Times New Roman"/>
              <a:cs typeface="Times New Roman"/>
            </a:endParaRPr>
          </a:p>
          <a:p>
            <a:pPr marL="724535" marR="271780">
              <a:lnSpc>
                <a:spcPct val="115500"/>
              </a:lnSpc>
            </a:pPr>
            <a:r>
              <a:rPr dirty="0" sz="3300">
                <a:latin typeface="Times New Roman"/>
                <a:cs typeface="Times New Roman"/>
              </a:rPr>
              <a:t>Passwords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are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reusable,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guessable,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vulnerable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to </a:t>
            </a:r>
            <a:r>
              <a:rPr dirty="0" sz="3300" spc="-10">
                <a:latin typeface="Times New Roman"/>
                <a:cs typeface="Times New Roman"/>
              </a:rPr>
              <a:t>phishing</a:t>
            </a:r>
            <a:endParaRPr sz="3300">
              <a:latin typeface="Times New Roman"/>
              <a:cs typeface="Times New Roman"/>
            </a:endParaRPr>
          </a:p>
          <a:p>
            <a:pPr marL="724535" marR="236220">
              <a:lnSpc>
                <a:spcPct val="115500"/>
              </a:lnSpc>
              <a:spcBef>
                <a:spcPts val="5"/>
              </a:spcBef>
            </a:pPr>
            <a:r>
              <a:rPr dirty="0" sz="3300">
                <a:latin typeface="Times New Roman"/>
                <a:cs typeface="Times New Roman"/>
              </a:rPr>
              <a:t>Biometrics</a:t>
            </a:r>
            <a:r>
              <a:rPr dirty="0" sz="3300" spc="-8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like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Fingerprint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FaceID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rely</a:t>
            </a:r>
            <a:r>
              <a:rPr dirty="0" sz="3300" spc="-8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static </a:t>
            </a:r>
            <a:r>
              <a:rPr dirty="0" sz="3300">
                <a:latin typeface="Times New Roman"/>
                <a:cs typeface="Times New Roman"/>
              </a:rPr>
              <a:t>physical</a:t>
            </a:r>
            <a:r>
              <a:rPr dirty="0" sz="3300" spc="-10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traits</a:t>
            </a:r>
            <a:endParaRPr sz="3300">
              <a:latin typeface="Times New Roman"/>
              <a:cs typeface="Times New Roman"/>
            </a:endParaRPr>
          </a:p>
          <a:p>
            <a:pPr marL="724535" marR="5080">
              <a:lnSpc>
                <a:spcPct val="115500"/>
              </a:lnSpc>
            </a:pPr>
            <a:r>
              <a:rPr dirty="0" sz="3300">
                <a:latin typeface="Times New Roman"/>
                <a:cs typeface="Times New Roman"/>
              </a:rPr>
              <a:t>Once</a:t>
            </a:r>
            <a:r>
              <a:rPr dirty="0" sz="3300" spc="-8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compromised,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biometric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data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cannot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be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changed </a:t>
            </a:r>
            <a:r>
              <a:rPr dirty="0" sz="3300" spc="-20">
                <a:latin typeface="Times New Roman"/>
                <a:cs typeface="Times New Roman"/>
              </a:rPr>
              <a:t>Single-</a:t>
            </a:r>
            <a:r>
              <a:rPr dirty="0" sz="3300">
                <a:latin typeface="Times New Roman"/>
                <a:cs typeface="Times New Roman"/>
              </a:rPr>
              <a:t>factor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increases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7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risk</a:t>
            </a:r>
            <a:r>
              <a:rPr dirty="0" sz="3300" spc="-7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of </a:t>
            </a:r>
            <a:r>
              <a:rPr dirty="0" sz="3300">
                <a:latin typeface="Times New Roman"/>
                <a:cs typeface="Times New Roman"/>
              </a:rPr>
              <a:t>unauthorized</a:t>
            </a:r>
            <a:r>
              <a:rPr dirty="0" sz="3300" spc="-18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access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4403" y="172898"/>
            <a:ext cx="17829530" cy="9189720"/>
          </a:xfrm>
          <a:custGeom>
            <a:avLst/>
            <a:gdLst/>
            <a:ahLst/>
            <a:cxnLst/>
            <a:rect l="l" t="t" r="r" b="b"/>
            <a:pathLst>
              <a:path w="17829530" h="9189720">
                <a:moveTo>
                  <a:pt x="0" y="0"/>
                </a:moveTo>
                <a:lnTo>
                  <a:pt x="17829310" y="0"/>
                </a:lnTo>
                <a:lnTo>
                  <a:pt x="17829310" y="9189536"/>
                </a:lnTo>
                <a:lnTo>
                  <a:pt x="0" y="9189536"/>
                </a:lnTo>
                <a:lnTo>
                  <a:pt x="0" y="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6257" y="70758"/>
            <a:ext cx="18030825" cy="9324975"/>
            <a:chOff x="126257" y="70758"/>
            <a:chExt cx="18030825" cy="9324975"/>
          </a:xfrm>
        </p:grpSpPr>
        <p:sp>
          <p:nvSpPr>
            <p:cNvPr id="3" name="object 3" descr=""/>
            <p:cNvSpPr/>
            <p:nvPr/>
          </p:nvSpPr>
          <p:spPr>
            <a:xfrm>
              <a:off x="164357" y="108858"/>
              <a:ext cx="17954625" cy="9248775"/>
            </a:xfrm>
            <a:custGeom>
              <a:avLst/>
              <a:gdLst/>
              <a:ahLst/>
              <a:cxnLst/>
              <a:rect l="l" t="t" r="r" b="b"/>
              <a:pathLst>
                <a:path w="17954625" h="9248775">
                  <a:moveTo>
                    <a:pt x="17954601" y="9248327"/>
                  </a:moveTo>
                  <a:lnTo>
                    <a:pt x="0" y="9248327"/>
                  </a:lnTo>
                  <a:lnTo>
                    <a:pt x="0" y="0"/>
                  </a:lnTo>
                  <a:lnTo>
                    <a:pt x="17954601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4350" y="1557337"/>
              <a:ext cx="7871639" cy="745957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0743" y="308236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74062" y="657486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73162" y="1538287"/>
            <a:ext cx="8768080" cy="7509509"/>
            <a:chOff x="373162" y="1538287"/>
            <a:chExt cx="8768080" cy="7509509"/>
          </a:xfrm>
        </p:grpSpPr>
        <p:sp>
          <p:nvSpPr>
            <p:cNvPr id="8" name="object 8" descr=""/>
            <p:cNvSpPr/>
            <p:nvPr/>
          </p:nvSpPr>
          <p:spPr>
            <a:xfrm>
              <a:off x="392212" y="1557337"/>
              <a:ext cx="8635365" cy="4337685"/>
            </a:xfrm>
            <a:custGeom>
              <a:avLst/>
              <a:gdLst/>
              <a:ahLst/>
              <a:cxnLst/>
              <a:rect l="l" t="t" r="r" b="b"/>
              <a:pathLst>
                <a:path w="8635365" h="4337685">
                  <a:moveTo>
                    <a:pt x="8282770" y="4337448"/>
                  </a:moveTo>
                  <a:lnTo>
                    <a:pt x="352425" y="4337448"/>
                  </a:lnTo>
                  <a:lnTo>
                    <a:pt x="306100" y="4334392"/>
                  </a:lnTo>
                  <a:lnTo>
                    <a:pt x="260962" y="4325374"/>
                  </a:lnTo>
                  <a:lnTo>
                    <a:pt x="217557" y="4310621"/>
                  </a:lnTo>
                  <a:lnTo>
                    <a:pt x="176434" y="4290361"/>
                  </a:lnTo>
                  <a:lnTo>
                    <a:pt x="138140" y="4264820"/>
                  </a:lnTo>
                  <a:lnTo>
                    <a:pt x="103222" y="4234225"/>
                  </a:lnTo>
                  <a:lnTo>
                    <a:pt x="72627" y="4199308"/>
                  </a:lnTo>
                  <a:lnTo>
                    <a:pt x="47086" y="4161013"/>
                  </a:lnTo>
                  <a:lnTo>
                    <a:pt x="26826" y="4119890"/>
                  </a:lnTo>
                  <a:lnTo>
                    <a:pt x="12074" y="4076485"/>
                  </a:lnTo>
                  <a:lnTo>
                    <a:pt x="3056" y="4031347"/>
                  </a:lnTo>
                  <a:lnTo>
                    <a:pt x="0" y="3985023"/>
                  </a:lnTo>
                  <a:lnTo>
                    <a:pt x="0" y="352424"/>
                  </a:lnTo>
                  <a:lnTo>
                    <a:pt x="3056" y="306100"/>
                  </a:lnTo>
                  <a:lnTo>
                    <a:pt x="12074" y="260962"/>
                  </a:lnTo>
                  <a:lnTo>
                    <a:pt x="26826" y="217557"/>
                  </a:lnTo>
                  <a:lnTo>
                    <a:pt x="47086" y="176434"/>
                  </a:lnTo>
                  <a:lnTo>
                    <a:pt x="72627" y="138140"/>
                  </a:lnTo>
                  <a:lnTo>
                    <a:pt x="103222" y="103222"/>
                  </a:lnTo>
                  <a:lnTo>
                    <a:pt x="138140" y="72627"/>
                  </a:lnTo>
                  <a:lnTo>
                    <a:pt x="176434" y="47086"/>
                  </a:lnTo>
                  <a:lnTo>
                    <a:pt x="217557" y="26826"/>
                  </a:lnTo>
                  <a:lnTo>
                    <a:pt x="260962" y="12074"/>
                  </a:lnTo>
                  <a:lnTo>
                    <a:pt x="306100" y="3056"/>
                  </a:lnTo>
                  <a:lnTo>
                    <a:pt x="352425" y="0"/>
                  </a:lnTo>
                  <a:lnTo>
                    <a:pt x="8282770" y="0"/>
                  </a:lnTo>
                  <a:lnTo>
                    <a:pt x="8329094" y="3056"/>
                  </a:lnTo>
                  <a:lnTo>
                    <a:pt x="8374233" y="12074"/>
                  </a:lnTo>
                  <a:lnTo>
                    <a:pt x="8417637" y="26826"/>
                  </a:lnTo>
                  <a:lnTo>
                    <a:pt x="8458761" y="47086"/>
                  </a:lnTo>
                  <a:lnTo>
                    <a:pt x="8497055" y="72627"/>
                  </a:lnTo>
                  <a:lnTo>
                    <a:pt x="8531972" y="103222"/>
                  </a:lnTo>
                  <a:lnTo>
                    <a:pt x="8562567" y="138140"/>
                  </a:lnTo>
                  <a:lnTo>
                    <a:pt x="8588108" y="176434"/>
                  </a:lnTo>
                  <a:lnTo>
                    <a:pt x="8608368" y="217557"/>
                  </a:lnTo>
                  <a:lnTo>
                    <a:pt x="8623120" y="260962"/>
                  </a:lnTo>
                  <a:lnTo>
                    <a:pt x="8632138" y="306100"/>
                  </a:lnTo>
                  <a:lnTo>
                    <a:pt x="8635195" y="352424"/>
                  </a:lnTo>
                  <a:lnTo>
                    <a:pt x="8635195" y="3985023"/>
                  </a:lnTo>
                  <a:lnTo>
                    <a:pt x="8632138" y="4031347"/>
                  </a:lnTo>
                  <a:lnTo>
                    <a:pt x="8623120" y="4076485"/>
                  </a:lnTo>
                  <a:lnTo>
                    <a:pt x="8608368" y="4119890"/>
                  </a:lnTo>
                  <a:lnTo>
                    <a:pt x="8588108" y="4161013"/>
                  </a:lnTo>
                  <a:lnTo>
                    <a:pt x="8562567" y="4199308"/>
                  </a:lnTo>
                  <a:lnTo>
                    <a:pt x="8531972" y="4234225"/>
                  </a:lnTo>
                  <a:lnTo>
                    <a:pt x="8497055" y="4264820"/>
                  </a:lnTo>
                  <a:lnTo>
                    <a:pt x="8458761" y="4290361"/>
                  </a:lnTo>
                  <a:lnTo>
                    <a:pt x="8417637" y="4310621"/>
                  </a:lnTo>
                  <a:lnTo>
                    <a:pt x="8374233" y="4325374"/>
                  </a:lnTo>
                  <a:lnTo>
                    <a:pt x="8329094" y="4334392"/>
                  </a:lnTo>
                  <a:lnTo>
                    <a:pt x="8282770" y="4337448"/>
                  </a:lnTo>
                  <a:close/>
                </a:path>
              </a:pathLst>
            </a:custGeom>
            <a:solidFill>
              <a:srgbClr val="CDE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92212" y="1557337"/>
              <a:ext cx="8635365" cy="4333875"/>
            </a:xfrm>
            <a:custGeom>
              <a:avLst/>
              <a:gdLst/>
              <a:ahLst/>
              <a:cxnLst/>
              <a:rect l="l" t="t" r="r" b="b"/>
              <a:pathLst>
                <a:path w="8635365" h="4333875">
                  <a:moveTo>
                    <a:pt x="303515" y="4333864"/>
                  </a:moveTo>
                  <a:lnTo>
                    <a:pt x="260958" y="4325372"/>
                  </a:lnTo>
                  <a:lnTo>
                    <a:pt x="217553" y="4310618"/>
                  </a:lnTo>
                  <a:lnTo>
                    <a:pt x="176429" y="4290357"/>
                  </a:lnTo>
                  <a:lnTo>
                    <a:pt x="138135" y="4264815"/>
                  </a:lnTo>
                  <a:lnTo>
                    <a:pt x="103218" y="4234219"/>
                  </a:lnTo>
                  <a:lnTo>
                    <a:pt x="72623" y="4199300"/>
                  </a:lnTo>
                  <a:lnTo>
                    <a:pt x="47083" y="4161005"/>
                  </a:lnTo>
                  <a:lnTo>
                    <a:pt x="26824" y="4119881"/>
                  </a:lnTo>
                  <a:lnTo>
                    <a:pt x="12072" y="4076476"/>
                  </a:lnTo>
                  <a:lnTo>
                    <a:pt x="3056" y="4031337"/>
                  </a:lnTo>
                  <a:lnTo>
                    <a:pt x="0" y="3985013"/>
                  </a:lnTo>
                  <a:lnTo>
                    <a:pt x="0" y="352432"/>
                  </a:lnTo>
                  <a:lnTo>
                    <a:pt x="3055" y="306108"/>
                  </a:lnTo>
                  <a:lnTo>
                    <a:pt x="12072" y="260969"/>
                  </a:lnTo>
                  <a:lnTo>
                    <a:pt x="26824" y="217564"/>
                  </a:lnTo>
                  <a:lnTo>
                    <a:pt x="47083" y="176440"/>
                  </a:lnTo>
                  <a:lnTo>
                    <a:pt x="72624" y="138145"/>
                  </a:lnTo>
                  <a:lnTo>
                    <a:pt x="103218" y="103226"/>
                  </a:lnTo>
                  <a:lnTo>
                    <a:pt x="138136" y="72630"/>
                  </a:lnTo>
                  <a:lnTo>
                    <a:pt x="176430" y="47088"/>
                  </a:lnTo>
                  <a:lnTo>
                    <a:pt x="217554" y="26827"/>
                  </a:lnTo>
                  <a:lnTo>
                    <a:pt x="260960" y="12074"/>
                  </a:lnTo>
                  <a:lnTo>
                    <a:pt x="306099" y="3056"/>
                  </a:lnTo>
                  <a:lnTo>
                    <a:pt x="352423" y="0"/>
                  </a:lnTo>
                  <a:lnTo>
                    <a:pt x="8282732" y="0"/>
                  </a:lnTo>
                  <a:lnTo>
                    <a:pt x="8329059" y="3049"/>
                  </a:lnTo>
                  <a:lnTo>
                    <a:pt x="8374201" y="12063"/>
                  </a:lnTo>
                  <a:lnTo>
                    <a:pt x="8417610" y="26813"/>
                  </a:lnTo>
                  <a:lnTo>
                    <a:pt x="8458738" y="47071"/>
                  </a:lnTo>
                  <a:lnTo>
                    <a:pt x="8497037" y="72612"/>
                  </a:lnTo>
                  <a:lnTo>
                    <a:pt x="8531959" y="103208"/>
                  </a:lnTo>
                  <a:lnTo>
                    <a:pt x="8562559" y="138127"/>
                  </a:lnTo>
                  <a:lnTo>
                    <a:pt x="8588103" y="176425"/>
                  </a:lnTo>
                  <a:lnTo>
                    <a:pt x="8608366" y="217552"/>
                  </a:lnTo>
                  <a:lnTo>
                    <a:pt x="8623120" y="260962"/>
                  </a:lnTo>
                  <a:lnTo>
                    <a:pt x="8632138" y="306105"/>
                  </a:lnTo>
                  <a:lnTo>
                    <a:pt x="8635195" y="352432"/>
                  </a:lnTo>
                  <a:lnTo>
                    <a:pt x="8635195" y="3985016"/>
                  </a:lnTo>
                  <a:lnTo>
                    <a:pt x="8632138" y="4031345"/>
                  </a:lnTo>
                  <a:lnTo>
                    <a:pt x="8623119" y="4076488"/>
                  </a:lnTo>
                  <a:lnTo>
                    <a:pt x="8608364" y="4119897"/>
                  </a:lnTo>
                  <a:lnTo>
                    <a:pt x="8588100" y="4161024"/>
                  </a:lnTo>
                  <a:lnTo>
                    <a:pt x="8562555" y="4199321"/>
                  </a:lnTo>
                  <a:lnTo>
                    <a:pt x="8531955" y="4234240"/>
                  </a:lnTo>
                  <a:lnTo>
                    <a:pt x="8497033" y="4264834"/>
                  </a:lnTo>
                  <a:lnTo>
                    <a:pt x="8458734" y="4290374"/>
                  </a:lnTo>
                  <a:lnTo>
                    <a:pt x="8417606" y="4310632"/>
                  </a:lnTo>
                  <a:lnTo>
                    <a:pt x="8374198" y="4325380"/>
                  </a:lnTo>
                  <a:lnTo>
                    <a:pt x="8331679" y="433385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743" y="6180536"/>
              <a:ext cx="2552699" cy="28670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9484" y="6180536"/>
              <a:ext cx="2581274" cy="286657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7992" y="6822259"/>
              <a:ext cx="3009899" cy="159784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2460705"/>
              <a:ext cx="95250" cy="9524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3375105"/>
              <a:ext cx="95250" cy="952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4289505"/>
              <a:ext cx="95250" cy="9524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4746705"/>
              <a:ext cx="95250" cy="9524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934" y="5203905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70163" y="207994"/>
            <a:ext cx="11548110" cy="10560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/>
              <a:t>Solution:</a:t>
            </a:r>
            <a:r>
              <a:rPr dirty="0" sz="4600" spc="-125"/>
              <a:t> </a:t>
            </a:r>
            <a:r>
              <a:rPr dirty="0" sz="4600"/>
              <a:t>Evolution</a:t>
            </a:r>
            <a:r>
              <a:rPr dirty="0" sz="4600" spc="-120"/>
              <a:t> </a:t>
            </a:r>
            <a:r>
              <a:rPr dirty="0" sz="4600"/>
              <a:t>of</a:t>
            </a:r>
            <a:r>
              <a:rPr dirty="0" sz="4600" spc="-120"/>
              <a:t> </a:t>
            </a:r>
            <a:r>
              <a:rPr dirty="0" sz="4600"/>
              <a:t>Authentication</a:t>
            </a:r>
            <a:r>
              <a:rPr dirty="0" sz="4600" spc="-125"/>
              <a:t> </a:t>
            </a:r>
            <a:r>
              <a:rPr dirty="0" sz="4600" spc="-10"/>
              <a:t>Systems</a:t>
            </a:r>
            <a:endParaRPr sz="4600"/>
          </a:p>
          <a:p>
            <a:pPr algn="ctr" marR="225425">
              <a:lnSpc>
                <a:spcPct val="100000"/>
              </a:lnSpc>
              <a:spcBef>
                <a:spcPts val="75"/>
              </a:spcBef>
            </a:pPr>
            <a:r>
              <a:rPr dirty="0" sz="2100" b="0">
                <a:latin typeface="Times New Roman"/>
                <a:cs typeface="Times New Roman"/>
              </a:rPr>
              <a:t>From</a:t>
            </a:r>
            <a:r>
              <a:rPr dirty="0" sz="2100" spc="-5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static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credentials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to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brainwave-</a:t>
            </a:r>
            <a:r>
              <a:rPr dirty="0" sz="2100" b="0">
                <a:latin typeface="Times New Roman"/>
                <a:cs typeface="Times New Roman"/>
              </a:rPr>
              <a:t>based</a:t>
            </a:r>
            <a:r>
              <a:rPr dirty="0" sz="2100" spc="-4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biometric</a:t>
            </a:r>
            <a:r>
              <a:rPr dirty="0" sz="2100" spc="-50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login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9" name="object 19" descr=""/>
          <p:cNvSpPr txBox="1"/>
          <p:nvPr/>
        </p:nvSpPr>
        <p:spPr>
          <a:xfrm>
            <a:off x="668434" y="1742507"/>
            <a:ext cx="771842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3405" marR="547370" indent="-561340">
              <a:lnSpc>
                <a:spcPct val="115399"/>
              </a:lnSpc>
              <a:spcBef>
                <a:spcPts val="100"/>
              </a:spcBef>
            </a:pPr>
            <a:r>
              <a:rPr dirty="0" sz="2600" b="1">
                <a:latin typeface="Times New Roman"/>
                <a:cs typeface="Times New Roman"/>
              </a:rPr>
              <a:t>CortexKey</a:t>
            </a:r>
            <a:r>
              <a:rPr dirty="0" sz="2600" spc="-35" b="1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–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Brainwaves Traditional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biometrics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authenticate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using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physical traits</a:t>
            </a:r>
            <a:endParaRPr sz="2600">
              <a:latin typeface="Times New Roman"/>
              <a:cs typeface="Times New Roman"/>
            </a:endParaRPr>
          </a:p>
          <a:p>
            <a:pPr marL="573405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latin typeface="Times New Roman"/>
                <a:cs typeface="Times New Roman"/>
              </a:rPr>
              <a:t>These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replicated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misused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-10" b="1">
                <a:latin typeface="Times New Roman"/>
                <a:cs typeface="Times New Roman"/>
              </a:rPr>
              <a:t>CortexKey</a:t>
            </a:r>
            <a:r>
              <a:rPr dirty="0" sz="2600" spc="-1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algn="just" marL="573405" marR="5080">
              <a:lnSpc>
                <a:spcPct val="115399"/>
              </a:lnSpc>
            </a:pP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brainwave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features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login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authentication </a:t>
            </a:r>
            <a:r>
              <a:rPr dirty="0" sz="2600">
                <a:latin typeface="Times New Roman"/>
                <a:cs typeface="Times New Roman"/>
              </a:rPr>
              <a:t>Acts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add-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alternative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FaceID/fingerprint </a:t>
            </a:r>
            <a:r>
              <a:rPr dirty="0" sz="2600">
                <a:latin typeface="Times New Roman"/>
                <a:cs typeface="Times New Roman"/>
              </a:rPr>
              <a:t>Ensures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strong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liveness-</a:t>
            </a:r>
            <a:r>
              <a:rPr dirty="0" sz="2600">
                <a:latin typeface="Times New Roman"/>
                <a:cs typeface="Times New Roman"/>
              </a:rPr>
              <a:t>based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identity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verification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5876" y="315912"/>
            <a:ext cx="823658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685" algn="l"/>
              </a:tabLst>
            </a:pPr>
            <a:r>
              <a:rPr dirty="0" spc="-10"/>
              <a:t>TECHNICAL</a:t>
            </a:r>
            <a:r>
              <a:rPr dirty="0"/>
              <a:t>	</a:t>
            </a:r>
            <a:r>
              <a:rPr dirty="0" spc="-10"/>
              <a:t>APPROACH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75611" y="359320"/>
            <a:ext cx="14909800" cy="8832215"/>
            <a:chOff x="475611" y="359320"/>
            <a:chExt cx="14909800" cy="88322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3658" y="1271399"/>
              <a:ext cx="12701409" cy="791960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75611" y="359320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1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1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80573" y="80962"/>
            <a:ext cx="17983200" cy="9324975"/>
            <a:chOff x="180573" y="80962"/>
            <a:chExt cx="17983200" cy="9324975"/>
          </a:xfrm>
        </p:grpSpPr>
        <p:sp>
          <p:nvSpPr>
            <p:cNvPr id="8" name="object 8" descr=""/>
            <p:cNvSpPr/>
            <p:nvPr/>
          </p:nvSpPr>
          <p:spPr>
            <a:xfrm>
              <a:off x="199623" y="100012"/>
              <a:ext cx="17945100" cy="9286875"/>
            </a:xfrm>
            <a:custGeom>
              <a:avLst/>
              <a:gdLst/>
              <a:ahLst/>
              <a:cxnLst/>
              <a:rect l="l" t="t" r="r" b="b"/>
              <a:pathLst>
                <a:path w="17945100" h="9286875">
                  <a:moveTo>
                    <a:pt x="0" y="9286874"/>
                  </a:moveTo>
                  <a:lnTo>
                    <a:pt x="0" y="0"/>
                  </a:lnTo>
                  <a:lnTo>
                    <a:pt x="17944997" y="0"/>
                  </a:lnTo>
                  <a:lnTo>
                    <a:pt x="17944996" y="92868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291" y="2687588"/>
              <a:ext cx="2238374" cy="18764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907" y="4745515"/>
              <a:ext cx="2095499" cy="302894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6960" y="315912"/>
            <a:ext cx="993457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5020" algn="l"/>
                <a:tab pos="6262370" algn="l"/>
              </a:tabLst>
            </a:pPr>
            <a:r>
              <a:rPr dirty="0" spc="-10"/>
              <a:t>FEASIBILITY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VIABILITY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75611" y="359320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5536" y="1654542"/>
            <a:ext cx="7711440" cy="3619500"/>
            <a:chOff x="225536" y="1654542"/>
            <a:chExt cx="7711440" cy="3619500"/>
          </a:xfrm>
        </p:grpSpPr>
        <p:sp>
          <p:nvSpPr>
            <p:cNvPr id="6" name="object 6" descr=""/>
            <p:cNvSpPr/>
            <p:nvPr/>
          </p:nvSpPr>
          <p:spPr>
            <a:xfrm>
              <a:off x="244586" y="1673595"/>
              <a:ext cx="7669530" cy="3582670"/>
            </a:xfrm>
            <a:custGeom>
              <a:avLst/>
              <a:gdLst/>
              <a:ahLst/>
              <a:cxnLst/>
              <a:rect l="l" t="t" r="r" b="b"/>
              <a:pathLst>
                <a:path w="7669530" h="3582670">
                  <a:moveTo>
                    <a:pt x="7187530" y="3582663"/>
                  </a:moveTo>
                  <a:lnTo>
                    <a:pt x="485774" y="3582663"/>
                  </a:lnTo>
                  <a:lnTo>
                    <a:pt x="437762" y="3580286"/>
                  </a:lnTo>
                  <a:lnTo>
                    <a:pt x="390562" y="3573243"/>
                  </a:lnTo>
                  <a:lnTo>
                    <a:pt x="344494" y="3561666"/>
                  </a:lnTo>
                  <a:lnTo>
                    <a:pt x="299876" y="3545686"/>
                  </a:lnTo>
                  <a:lnTo>
                    <a:pt x="257028" y="3525436"/>
                  </a:lnTo>
                  <a:lnTo>
                    <a:pt x="216266" y="3501047"/>
                  </a:lnTo>
                  <a:lnTo>
                    <a:pt x="177911" y="3472652"/>
                  </a:lnTo>
                  <a:lnTo>
                    <a:pt x="142280" y="3440383"/>
                  </a:lnTo>
                  <a:lnTo>
                    <a:pt x="110010" y="3404752"/>
                  </a:lnTo>
                  <a:lnTo>
                    <a:pt x="81615" y="3366396"/>
                  </a:lnTo>
                  <a:lnTo>
                    <a:pt x="57227" y="3325635"/>
                  </a:lnTo>
                  <a:lnTo>
                    <a:pt x="36977" y="3282786"/>
                  </a:lnTo>
                  <a:lnTo>
                    <a:pt x="20997" y="3238169"/>
                  </a:lnTo>
                  <a:lnTo>
                    <a:pt x="9420" y="3192101"/>
                  </a:lnTo>
                  <a:lnTo>
                    <a:pt x="2377" y="3144901"/>
                  </a:lnTo>
                  <a:lnTo>
                    <a:pt x="0" y="3096888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187530" y="0"/>
                  </a:lnTo>
                  <a:lnTo>
                    <a:pt x="7235543" y="2377"/>
                  </a:lnTo>
                  <a:lnTo>
                    <a:pt x="7282742" y="9420"/>
                  </a:lnTo>
                  <a:lnTo>
                    <a:pt x="7328810" y="20997"/>
                  </a:lnTo>
                  <a:lnTo>
                    <a:pt x="7373427" y="36977"/>
                  </a:lnTo>
                  <a:lnTo>
                    <a:pt x="7416276" y="57227"/>
                  </a:lnTo>
                  <a:lnTo>
                    <a:pt x="7457038" y="81615"/>
                  </a:lnTo>
                  <a:lnTo>
                    <a:pt x="7495393" y="110010"/>
                  </a:lnTo>
                  <a:lnTo>
                    <a:pt x="7531025" y="142280"/>
                  </a:lnTo>
                  <a:lnTo>
                    <a:pt x="7563294" y="177911"/>
                  </a:lnTo>
                  <a:lnTo>
                    <a:pt x="7591689" y="216266"/>
                  </a:lnTo>
                  <a:lnTo>
                    <a:pt x="7616077" y="257028"/>
                  </a:lnTo>
                  <a:lnTo>
                    <a:pt x="7636327" y="299877"/>
                  </a:lnTo>
                  <a:lnTo>
                    <a:pt x="7652307" y="344494"/>
                  </a:lnTo>
                  <a:lnTo>
                    <a:pt x="7663884" y="390562"/>
                  </a:lnTo>
                  <a:lnTo>
                    <a:pt x="7669139" y="425775"/>
                  </a:lnTo>
                  <a:lnTo>
                    <a:pt x="7669139" y="3156887"/>
                  </a:lnTo>
                  <a:lnTo>
                    <a:pt x="7652307" y="3238169"/>
                  </a:lnTo>
                  <a:lnTo>
                    <a:pt x="7636327" y="3282786"/>
                  </a:lnTo>
                  <a:lnTo>
                    <a:pt x="7616077" y="3325635"/>
                  </a:lnTo>
                  <a:lnTo>
                    <a:pt x="7591689" y="3366396"/>
                  </a:lnTo>
                  <a:lnTo>
                    <a:pt x="7563294" y="3404752"/>
                  </a:lnTo>
                  <a:lnTo>
                    <a:pt x="7531025" y="3440383"/>
                  </a:lnTo>
                  <a:lnTo>
                    <a:pt x="7495393" y="3472652"/>
                  </a:lnTo>
                  <a:lnTo>
                    <a:pt x="7457038" y="3501047"/>
                  </a:lnTo>
                  <a:lnTo>
                    <a:pt x="7416276" y="3525436"/>
                  </a:lnTo>
                  <a:lnTo>
                    <a:pt x="7373427" y="3545686"/>
                  </a:lnTo>
                  <a:lnTo>
                    <a:pt x="7328810" y="3561666"/>
                  </a:lnTo>
                  <a:lnTo>
                    <a:pt x="7282742" y="3573243"/>
                  </a:lnTo>
                  <a:lnTo>
                    <a:pt x="7235543" y="3580286"/>
                  </a:lnTo>
                  <a:lnTo>
                    <a:pt x="7187530" y="3582663"/>
                  </a:lnTo>
                  <a:close/>
                </a:path>
              </a:pathLst>
            </a:custGeom>
            <a:solidFill>
              <a:srgbClr val="CDE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4586" y="1673592"/>
              <a:ext cx="7673340" cy="3581400"/>
            </a:xfrm>
            <a:custGeom>
              <a:avLst/>
              <a:gdLst/>
              <a:ahLst/>
              <a:cxnLst/>
              <a:rect l="l" t="t" r="r" b="b"/>
              <a:pathLst>
                <a:path w="7673340" h="3581400">
                  <a:moveTo>
                    <a:pt x="460249" y="3581369"/>
                  </a:moveTo>
                  <a:lnTo>
                    <a:pt x="390599" y="3573255"/>
                  </a:lnTo>
                  <a:lnTo>
                    <a:pt x="344523" y="3561678"/>
                  </a:lnTo>
                  <a:lnTo>
                    <a:pt x="299897" y="3545698"/>
                  </a:lnTo>
                  <a:lnTo>
                    <a:pt x="257040" y="3525446"/>
                  </a:lnTo>
                  <a:lnTo>
                    <a:pt x="216272" y="3501054"/>
                  </a:lnTo>
                  <a:lnTo>
                    <a:pt x="177910" y="3472654"/>
                  </a:lnTo>
                  <a:lnTo>
                    <a:pt x="142273" y="3440378"/>
                  </a:lnTo>
                  <a:lnTo>
                    <a:pt x="110000" y="3404740"/>
                  </a:lnTo>
                  <a:lnTo>
                    <a:pt x="81602" y="3366376"/>
                  </a:lnTo>
                  <a:lnTo>
                    <a:pt x="57213" y="3325607"/>
                  </a:lnTo>
                  <a:lnTo>
                    <a:pt x="36963" y="3282750"/>
                  </a:lnTo>
                  <a:lnTo>
                    <a:pt x="20985" y="3238124"/>
                  </a:lnTo>
                  <a:lnTo>
                    <a:pt x="9412" y="3192049"/>
                  </a:lnTo>
                  <a:lnTo>
                    <a:pt x="2374" y="3144843"/>
                  </a:lnTo>
                  <a:lnTo>
                    <a:pt x="0" y="3096827"/>
                  </a:lnTo>
                  <a:lnTo>
                    <a:pt x="0" y="485764"/>
                  </a:lnTo>
                  <a:lnTo>
                    <a:pt x="2379" y="437746"/>
                  </a:lnTo>
                  <a:lnTo>
                    <a:pt x="9426" y="390542"/>
                  </a:lnTo>
                  <a:lnTo>
                    <a:pt x="21007" y="344470"/>
                  </a:lnTo>
                  <a:lnTo>
                    <a:pt x="36991" y="299849"/>
                  </a:lnTo>
                  <a:lnTo>
                    <a:pt x="57246" y="256998"/>
                  </a:lnTo>
                  <a:lnTo>
                    <a:pt x="81640" y="216235"/>
                  </a:lnTo>
                  <a:lnTo>
                    <a:pt x="110041" y="177880"/>
                  </a:lnTo>
                  <a:lnTo>
                    <a:pt x="142316" y="142250"/>
                  </a:lnTo>
                  <a:lnTo>
                    <a:pt x="177952" y="109982"/>
                  </a:lnTo>
                  <a:lnTo>
                    <a:pt x="216312" y="81591"/>
                  </a:lnTo>
                  <a:lnTo>
                    <a:pt x="257078" y="57206"/>
                  </a:lnTo>
                  <a:lnTo>
                    <a:pt x="299930" y="36961"/>
                  </a:lnTo>
                  <a:lnTo>
                    <a:pt x="344550" y="20986"/>
                  </a:lnTo>
                  <a:lnTo>
                    <a:pt x="390619" y="9414"/>
                  </a:lnTo>
                  <a:lnTo>
                    <a:pt x="437818" y="2377"/>
                  </a:lnTo>
                  <a:lnTo>
                    <a:pt x="485830" y="0"/>
                  </a:lnTo>
                  <a:lnTo>
                    <a:pt x="7187448" y="2"/>
                  </a:lnTo>
                  <a:lnTo>
                    <a:pt x="7235462" y="2367"/>
                  </a:lnTo>
                  <a:lnTo>
                    <a:pt x="7282664" y="9403"/>
                  </a:lnTo>
                  <a:lnTo>
                    <a:pt x="7328735" y="20973"/>
                  </a:lnTo>
                  <a:lnTo>
                    <a:pt x="7373357" y="36947"/>
                  </a:lnTo>
                  <a:lnTo>
                    <a:pt x="7416212" y="57192"/>
                  </a:lnTo>
                  <a:lnTo>
                    <a:pt x="7456980" y="81576"/>
                  </a:lnTo>
                  <a:lnTo>
                    <a:pt x="7495344" y="109969"/>
                  </a:lnTo>
                  <a:lnTo>
                    <a:pt x="7530983" y="142237"/>
                  </a:lnTo>
                  <a:lnTo>
                    <a:pt x="7563260" y="177869"/>
                  </a:lnTo>
                  <a:lnTo>
                    <a:pt x="7591663" y="216226"/>
                  </a:lnTo>
                  <a:lnTo>
                    <a:pt x="7616058" y="256991"/>
                  </a:lnTo>
                  <a:lnTo>
                    <a:pt x="7636314" y="299845"/>
                  </a:lnTo>
                  <a:lnTo>
                    <a:pt x="7652299" y="344469"/>
                  </a:lnTo>
                  <a:lnTo>
                    <a:pt x="7663880" y="390544"/>
                  </a:lnTo>
                  <a:lnTo>
                    <a:pt x="7670926" y="437751"/>
                  </a:lnTo>
                  <a:lnTo>
                    <a:pt x="7673304" y="485767"/>
                  </a:lnTo>
                  <a:lnTo>
                    <a:pt x="7673307" y="3096832"/>
                  </a:lnTo>
                  <a:lnTo>
                    <a:pt x="7670934" y="3144854"/>
                  </a:lnTo>
                  <a:lnTo>
                    <a:pt x="7663894" y="3192063"/>
                  </a:lnTo>
                  <a:lnTo>
                    <a:pt x="7652317" y="3238141"/>
                  </a:lnTo>
                  <a:lnTo>
                    <a:pt x="7636336" y="3282769"/>
                  </a:lnTo>
                  <a:lnTo>
                    <a:pt x="7616083" y="3325627"/>
                  </a:lnTo>
                  <a:lnTo>
                    <a:pt x="7591689" y="3366397"/>
                  </a:lnTo>
                  <a:lnTo>
                    <a:pt x="7563288" y="3404760"/>
                  </a:lnTo>
                  <a:lnTo>
                    <a:pt x="7531011" y="3440398"/>
                  </a:lnTo>
                  <a:lnTo>
                    <a:pt x="7495370" y="3472671"/>
                  </a:lnTo>
                  <a:lnTo>
                    <a:pt x="7457005" y="3501069"/>
                  </a:lnTo>
                  <a:lnTo>
                    <a:pt x="7416234" y="3525458"/>
                  </a:lnTo>
                  <a:lnTo>
                    <a:pt x="7373375" y="3545707"/>
                  </a:lnTo>
                  <a:lnTo>
                    <a:pt x="7328748" y="3561683"/>
                  </a:lnTo>
                  <a:lnTo>
                    <a:pt x="7282671" y="3573256"/>
                  </a:lnTo>
                  <a:lnTo>
                    <a:pt x="7235464" y="3580293"/>
                  </a:lnTo>
                  <a:lnTo>
                    <a:pt x="7213052" y="358132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2854695"/>
              <a:ext cx="95250" cy="952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3245220"/>
              <a:ext cx="95250" cy="9524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3635744"/>
              <a:ext cx="95250" cy="952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4026269"/>
              <a:ext cx="95250" cy="9524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36" y="4416794"/>
              <a:ext cx="95250" cy="9524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850267" y="1810151"/>
            <a:ext cx="6085840" cy="2828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7592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Times New Roman"/>
                <a:cs typeface="Times New Roman"/>
              </a:rPr>
              <a:t>Feasibility</a:t>
            </a:r>
            <a:r>
              <a:rPr dirty="0" sz="2800" spc="-1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80"/>
              </a:lnSpc>
              <a:spcBef>
                <a:spcPts val="5"/>
              </a:spcBef>
            </a:pP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existing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signal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processing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methods </a:t>
            </a:r>
            <a:r>
              <a:rPr dirty="0" sz="2600">
                <a:latin typeface="Times New Roman"/>
                <a:cs typeface="Times New Roman"/>
              </a:rPr>
              <a:t>Low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cost,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non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medical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hardware </a:t>
            </a:r>
            <a:r>
              <a:rPr dirty="0" sz="2600">
                <a:latin typeface="Times New Roman"/>
                <a:cs typeface="Times New Roman"/>
              </a:rPr>
              <a:t>Software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driven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authentication</a:t>
            </a:r>
            <a:r>
              <a:rPr dirty="0" sz="2600" spc="-1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logic </a:t>
            </a:r>
            <a:r>
              <a:rPr dirty="0" sz="2600">
                <a:latin typeface="Times New Roman"/>
                <a:cs typeface="Times New Roman"/>
              </a:rPr>
              <a:t>Prototype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buildable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within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hackathon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time</a:t>
            </a:r>
            <a:r>
              <a:rPr dirty="0" sz="2600" spc="6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dependency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large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ML</a:t>
            </a:r>
            <a:r>
              <a:rPr dirty="0" sz="2600" spc="-1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models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94990" y="5513434"/>
            <a:ext cx="7848600" cy="3762375"/>
            <a:chOff x="194990" y="5513434"/>
            <a:chExt cx="7848600" cy="3762375"/>
          </a:xfrm>
        </p:grpSpPr>
        <p:sp>
          <p:nvSpPr>
            <p:cNvPr id="15" name="object 15" descr=""/>
            <p:cNvSpPr/>
            <p:nvPr/>
          </p:nvSpPr>
          <p:spPr>
            <a:xfrm>
              <a:off x="214040" y="5532483"/>
              <a:ext cx="7811770" cy="3724275"/>
            </a:xfrm>
            <a:custGeom>
              <a:avLst/>
              <a:gdLst/>
              <a:ahLst/>
              <a:cxnLst/>
              <a:rect l="l" t="t" r="r" b="b"/>
              <a:pathLst>
                <a:path w="7811770" h="3724275">
                  <a:moveTo>
                    <a:pt x="7328521" y="3723857"/>
                  </a:moveTo>
                  <a:lnTo>
                    <a:pt x="485774" y="3723857"/>
                  </a:lnTo>
                  <a:lnTo>
                    <a:pt x="437762" y="3721481"/>
                  </a:lnTo>
                  <a:lnTo>
                    <a:pt x="390562" y="3714438"/>
                  </a:lnTo>
                  <a:lnTo>
                    <a:pt x="344494" y="3702860"/>
                  </a:lnTo>
                  <a:lnTo>
                    <a:pt x="299876" y="3686880"/>
                  </a:lnTo>
                  <a:lnTo>
                    <a:pt x="257028" y="3666630"/>
                  </a:lnTo>
                  <a:lnTo>
                    <a:pt x="216266" y="3642242"/>
                  </a:lnTo>
                  <a:lnTo>
                    <a:pt x="177911" y="3613847"/>
                  </a:lnTo>
                  <a:lnTo>
                    <a:pt x="142280" y="3581577"/>
                  </a:lnTo>
                  <a:lnTo>
                    <a:pt x="110010" y="3545946"/>
                  </a:lnTo>
                  <a:lnTo>
                    <a:pt x="81615" y="3507591"/>
                  </a:lnTo>
                  <a:lnTo>
                    <a:pt x="57227" y="3466829"/>
                  </a:lnTo>
                  <a:lnTo>
                    <a:pt x="36977" y="3423981"/>
                  </a:lnTo>
                  <a:lnTo>
                    <a:pt x="20997" y="3379363"/>
                  </a:lnTo>
                  <a:lnTo>
                    <a:pt x="9420" y="3333295"/>
                  </a:lnTo>
                  <a:lnTo>
                    <a:pt x="2377" y="3286096"/>
                  </a:lnTo>
                  <a:lnTo>
                    <a:pt x="0" y="3238083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328521" y="0"/>
                  </a:lnTo>
                  <a:lnTo>
                    <a:pt x="7376534" y="2377"/>
                  </a:lnTo>
                  <a:lnTo>
                    <a:pt x="7423734" y="9420"/>
                  </a:lnTo>
                  <a:lnTo>
                    <a:pt x="7469802" y="20997"/>
                  </a:lnTo>
                  <a:lnTo>
                    <a:pt x="7514420" y="36977"/>
                  </a:lnTo>
                  <a:lnTo>
                    <a:pt x="7557268" y="57227"/>
                  </a:lnTo>
                  <a:lnTo>
                    <a:pt x="7598030" y="81615"/>
                  </a:lnTo>
                  <a:lnTo>
                    <a:pt x="7636385" y="110010"/>
                  </a:lnTo>
                  <a:lnTo>
                    <a:pt x="7672017" y="142280"/>
                  </a:lnTo>
                  <a:lnTo>
                    <a:pt x="7704286" y="177911"/>
                  </a:lnTo>
                  <a:lnTo>
                    <a:pt x="7732681" y="216266"/>
                  </a:lnTo>
                  <a:lnTo>
                    <a:pt x="7757069" y="257028"/>
                  </a:lnTo>
                  <a:lnTo>
                    <a:pt x="7777319" y="299877"/>
                  </a:lnTo>
                  <a:lnTo>
                    <a:pt x="7793299" y="344494"/>
                  </a:lnTo>
                  <a:lnTo>
                    <a:pt x="7804876" y="390562"/>
                  </a:lnTo>
                  <a:lnTo>
                    <a:pt x="7811373" y="434104"/>
                  </a:lnTo>
                  <a:lnTo>
                    <a:pt x="7811373" y="3289753"/>
                  </a:lnTo>
                  <a:lnTo>
                    <a:pt x="7804876" y="3333295"/>
                  </a:lnTo>
                  <a:lnTo>
                    <a:pt x="7793299" y="3379363"/>
                  </a:lnTo>
                  <a:lnTo>
                    <a:pt x="7777319" y="3423981"/>
                  </a:lnTo>
                  <a:lnTo>
                    <a:pt x="7757069" y="3466829"/>
                  </a:lnTo>
                  <a:lnTo>
                    <a:pt x="7732681" y="3507591"/>
                  </a:lnTo>
                  <a:lnTo>
                    <a:pt x="7704286" y="3545946"/>
                  </a:lnTo>
                  <a:lnTo>
                    <a:pt x="7672017" y="3581577"/>
                  </a:lnTo>
                  <a:lnTo>
                    <a:pt x="7636385" y="3613847"/>
                  </a:lnTo>
                  <a:lnTo>
                    <a:pt x="7598030" y="3642242"/>
                  </a:lnTo>
                  <a:lnTo>
                    <a:pt x="7557268" y="3666630"/>
                  </a:lnTo>
                  <a:lnTo>
                    <a:pt x="7514420" y="3686880"/>
                  </a:lnTo>
                  <a:lnTo>
                    <a:pt x="7469802" y="3702860"/>
                  </a:lnTo>
                  <a:lnTo>
                    <a:pt x="7423734" y="3714438"/>
                  </a:lnTo>
                  <a:lnTo>
                    <a:pt x="7376534" y="3721481"/>
                  </a:lnTo>
                  <a:lnTo>
                    <a:pt x="7328521" y="37238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4040" y="5532484"/>
              <a:ext cx="7810500" cy="3724275"/>
            </a:xfrm>
            <a:custGeom>
              <a:avLst/>
              <a:gdLst/>
              <a:ahLst/>
              <a:cxnLst/>
              <a:rect l="l" t="t" r="r" b="b"/>
              <a:pathLst>
                <a:path w="7810500" h="3724275">
                  <a:moveTo>
                    <a:pt x="7810436" y="3295602"/>
                  </a:moveTo>
                  <a:lnTo>
                    <a:pt x="7793299" y="3379361"/>
                  </a:lnTo>
                  <a:lnTo>
                    <a:pt x="7777316" y="3423985"/>
                  </a:lnTo>
                  <a:lnTo>
                    <a:pt x="7757062" y="3466840"/>
                  </a:lnTo>
                  <a:lnTo>
                    <a:pt x="7732668" y="3507607"/>
                  </a:lnTo>
                  <a:lnTo>
                    <a:pt x="7704267" y="3545966"/>
                  </a:lnTo>
                  <a:lnTo>
                    <a:pt x="7671990" y="3581600"/>
                  </a:lnTo>
                  <a:lnTo>
                    <a:pt x="7636352" y="3613871"/>
                  </a:lnTo>
                  <a:lnTo>
                    <a:pt x="7597989" y="3642266"/>
                  </a:lnTo>
                  <a:lnTo>
                    <a:pt x="7557220" y="3666653"/>
                  </a:lnTo>
                  <a:lnTo>
                    <a:pt x="7514365" y="3686900"/>
                  </a:lnTo>
                  <a:lnTo>
                    <a:pt x="7469741" y="3702875"/>
                  </a:lnTo>
                  <a:lnTo>
                    <a:pt x="7423668" y="3714447"/>
                  </a:lnTo>
                  <a:lnTo>
                    <a:pt x="7376464" y="3721484"/>
                  </a:lnTo>
                  <a:lnTo>
                    <a:pt x="7328449" y="3723858"/>
                  </a:lnTo>
                  <a:lnTo>
                    <a:pt x="485768" y="3723857"/>
                  </a:lnTo>
                  <a:lnTo>
                    <a:pt x="437753" y="3721479"/>
                  </a:lnTo>
                  <a:lnTo>
                    <a:pt x="390551" y="3714434"/>
                  </a:lnTo>
                  <a:lnTo>
                    <a:pt x="344481" y="3702855"/>
                  </a:lnTo>
                  <a:lnTo>
                    <a:pt x="299861" y="3686873"/>
                  </a:lnTo>
                  <a:lnTo>
                    <a:pt x="257012" y="3666620"/>
                  </a:lnTo>
                  <a:lnTo>
                    <a:pt x="216250" y="3642229"/>
                  </a:lnTo>
                  <a:lnTo>
                    <a:pt x="177894" y="3613831"/>
                  </a:lnTo>
                  <a:lnTo>
                    <a:pt x="142263" y="3581559"/>
                  </a:lnTo>
                  <a:lnTo>
                    <a:pt x="109995" y="3545925"/>
                  </a:lnTo>
                  <a:lnTo>
                    <a:pt x="81602" y="3507567"/>
                  </a:lnTo>
                  <a:lnTo>
                    <a:pt x="57215" y="3466804"/>
                  </a:lnTo>
                  <a:lnTo>
                    <a:pt x="36967" y="3423953"/>
                  </a:lnTo>
                  <a:lnTo>
                    <a:pt x="20990" y="3379335"/>
                  </a:lnTo>
                  <a:lnTo>
                    <a:pt x="9415" y="3333266"/>
                  </a:lnTo>
                  <a:lnTo>
                    <a:pt x="2375" y="3286066"/>
                  </a:lnTo>
                  <a:lnTo>
                    <a:pt x="0" y="3238054"/>
                  </a:lnTo>
                  <a:lnTo>
                    <a:pt x="0" y="485773"/>
                  </a:lnTo>
                  <a:lnTo>
                    <a:pt x="2377" y="437760"/>
                  </a:lnTo>
                  <a:lnTo>
                    <a:pt x="9420" y="390561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7"/>
                  </a:lnTo>
                  <a:lnTo>
                    <a:pt x="110009" y="177912"/>
                  </a:lnTo>
                  <a:lnTo>
                    <a:pt x="142278" y="142281"/>
                  </a:lnTo>
                  <a:lnTo>
                    <a:pt x="177909" y="110012"/>
                  </a:lnTo>
                  <a:lnTo>
                    <a:pt x="216264" y="81617"/>
                  </a:lnTo>
                  <a:lnTo>
                    <a:pt x="257025" y="57228"/>
                  </a:lnTo>
                  <a:lnTo>
                    <a:pt x="299873" y="36978"/>
                  </a:lnTo>
                  <a:lnTo>
                    <a:pt x="344490" y="20998"/>
                  </a:lnTo>
                  <a:lnTo>
                    <a:pt x="390558" y="9420"/>
                  </a:lnTo>
                  <a:lnTo>
                    <a:pt x="437757" y="2377"/>
                  </a:lnTo>
                  <a:lnTo>
                    <a:pt x="485770" y="0"/>
                  </a:lnTo>
                  <a:lnTo>
                    <a:pt x="7328449" y="0"/>
                  </a:lnTo>
                  <a:lnTo>
                    <a:pt x="7376464" y="2366"/>
                  </a:lnTo>
                  <a:lnTo>
                    <a:pt x="7423666" y="9403"/>
                  </a:lnTo>
                  <a:lnTo>
                    <a:pt x="7469738" y="20974"/>
                  </a:lnTo>
                  <a:lnTo>
                    <a:pt x="7514360" y="36949"/>
                  </a:lnTo>
                  <a:lnTo>
                    <a:pt x="7557215" y="57195"/>
                  </a:lnTo>
                  <a:lnTo>
                    <a:pt x="7597983" y="81581"/>
                  </a:lnTo>
                  <a:lnTo>
                    <a:pt x="7636345" y="109974"/>
                  </a:lnTo>
                  <a:lnTo>
                    <a:pt x="7671983" y="142243"/>
                  </a:lnTo>
                  <a:lnTo>
                    <a:pt x="7704259" y="177875"/>
                  </a:lnTo>
                  <a:lnTo>
                    <a:pt x="7732661" y="216233"/>
                  </a:lnTo>
                  <a:lnTo>
                    <a:pt x="7757055" y="256999"/>
                  </a:lnTo>
                  <a:lnTo>
                    <a:pt x="7777310" y="299852"/>
                  </a:lnTo>
                  <a:lnTo>
                    <a:pt x="7793294" y="344476"/>
                  </a:lnTo>
                  <a:lnTo>
                    <a:pt x="7804874" y="390550"/>
                  </a:lnTo>
                  <a:lnTo>
                    <a:pt x="7810424" y="42825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453234" y="5735715"/>
            <a:ext cx="13360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latin typeface="Times New Roman"/>
                <a:cs typeface="Times New Roman"/>
              </a:rPr>
              <a:t>Viability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75990" y="6780259"/>
            <a:ext cx="95250" cy="1657350"/>
            <a:chOff x="575990" y="6780259"/>
            <a:chExt cx="95250" cy="1657350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6780259"/>
              <a:ext cx="95250" cy="9524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170783"/>
              <a:ext cx="95250" cy="9524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561308"/>
              <a:ext cx="95250" cy="9524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7951833"/>
              <a:ext cx="95250" cy="9524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990" y="8342358"/>
              <a:ext cx="95250" cy="9524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819721" y="6580296"/>
            <a:ext cx="7056755" cy="1983739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235"/>
              </a:spcBef>
            </a:pPr>
            <a:r>
              <a:rPr dirty="0" sz="2600">
                <a:latin typeface="Times New Roman"/>
                <a:cs typeface="Times New Roman"/>
              </a:rPr>
              <a:t>Addresses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real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gap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passkeys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&amp;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biometrics </a:t>
            </a:r>
            <a:r>
              <a:rPr dirty="0" sz="2600" spc="-25">
                <a:latin typeface="Times New Roman"/>
                <a:cs typeface="Times New Roman"/>
              </a:rPr>
              <a:t>Works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second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factor,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replacement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950"/>
              </a:lnSpc>
            </a:pPr>
            <a:r>
              <a:rPr dirty="0" sz="2600">
                <a:latin typeface="Times New Roman"/>
                <a:cs typeface="Times New Roman"/>
              </a:rPr>
              <a:t>Scales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with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improving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wearable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EEG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tech</a:t>
            </a:r>
            <a:endParaRPr sz="2600">
              <a:latin typeface="Times New Roman"/>
              <a:cs typeface="Times New Roman"/>
            </a:endParaRPr>
          </a:p>
          <a:p>
            <a:pPr marL="12700" marR="685800">
              <a:lnSpc>
                <a:spcPts val="3080"/>
              </a:lnSpc>
              <a:spcBef>
                <a:spcPts val="110"/>
              </a:spcBef>
            </a:pPr>
            <a:r>
              <a:rPr dirty="0" sz="2600">
                <a:latin typeface="Times New Roman"/>
                <a:cs typeface="Times New Roman"/>
              </a:rPr>
              <a:t>High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relevance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for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secure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systems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&amp;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exams </a:t>
            </a:r>
            <a:r>
              <a:rPr dirty="0" sz="2600">
                <a:latin typeface="Times New Roman"/>
                <a:cs typeface="Times New Roman"/>
              </a:rPr>
              <a:t>Strong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future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adoption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high</a:t>
            </a:r>
            <a:r>
              <a:rPr dirty="0" sz="2600">
                <a:latin typeface="Microsoft Sans Serif"/>
                <a:cs typeface="Microsoft Sans Serif"/>
              </a:rPr>
              <a:t>‑</a:t>
            </a:r>
            <a:r>
              <a:rPr dirty="0" sz="2600">
                <a:latin typeface="Times New Roman"/>
                <a:cs typeface="Times New Roman"/>
              </a:rPr>
              <a:t>security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domains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5" name="object 25" descr=""/>
          <p:cNvSpPr txBox="1"/>
          <p:nvPr/>
        </p:nvSpPr>
        <p:spPr>
          <a:xfrm>
            <a:off x="11659027" y="1890581"/>
            <a:ext cx="2859405" cy="439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Product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ts val="1625"/>
              </a:lnSpc>
            </a:pPr>
            <a:r>
              <a:rPr dirty="0" sz="1400" spc="-75">
                <a:solidFill>
                  <a:srgbClr val="1F1F1F"/>
                </a:solidFill>
                <a:latin typeface="Arial Black"/>
                <a:cs typeface="Arial Black"/>
              </a:rPr>
              <a:t>Neuphony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1F1F1F"/>
                </a:solidFill>
                <a:latin typeface="Arial Black"/>
                <a:cs typeface="Arial Black"/>
              </a:rPr>
              <a:t>EXG</a:t>
            </a:r>
            <a:r>
              <a:rPr dirty="0" sz="1400" spc="-10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1F1F1F"/>
                </a:solidFill>
                <a:latin typeface="Arial Black"/>
                <a:cs typeface="Arial Black"/>
              </a:rPr>
              <a:t>Synapse</a:t>
            </a:r>
            <a:r>
              <a:rPr dirty="0" sz="1400" spc="-8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F1F1F"/>
                </a:solidFill>
                <a:latin typeface="Verdana"/>
                <a:cs typeface="Verdana"/>
              </a:rPr>
              <a:t>OR</a:t>
            </a:r>
            <a:endParaRPr sz="1400">
              <a:latin typeface="Verdana"/>
              <a:cs typeface="Verdana"/>
            </a:endParaRPr>
          </a:p>
          <a:p>
            <a:pPr>
              <a:lnSpc>
                <a:spcPts val="1625"/>
              </a:lnSpc>
            </a:pPr>
            <a:r>
              <a:rPr dirty="0" sz="1400" spc="-95">
                <a:solidFill>
                  <a:srgbClr val="1F1F1F"/>
                </a:solidFill>
                <a:latin typeface="Arial Black"/>
                <a:cs typeface="Arial Black"/>
              </a:rPr>
              <a:t>BioAmp</a:t>
            </a:r>
            <a:r>
              <a:rPr dirty="0" sz="1400" spc="-11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70">
                <a:solidFill>
                  <a:srgbClr val="1F1F1F"/>
                </a:solidFill>
                <a:latin typeface="Arial Black"/>
                <a:cs typeface="Arial Black"/>
              </a:rPr>
              <a:t>EXG</a:t>
            </a:r>
            <a:r>
              <a:rPr dirty="0" sz="1400" spc="-10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F1F1F"/>
                </a:solidFill>
                <a:latin typeface="Arial Black"/>
                <a:cs typeface="Arial Black"/>
              </a:rPr>
              <a:t>Pill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400" spc="-75">
                <a:solidFill>
                  <a:srgbClr val="1F1F1F"/>
                </a:solidFill>
                <a:latin typeface="Arial Black"/>
                <a:cs typeface="Arial Black"/>
              </a:rPr>
              <a:t>Arduino</a:t>
            </a:r>
            <a:r>
              <a:rPr dirty="0" sz="1400" spc="-114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F1F1F"/>
                </a:solidFill>
                <a:latin typeface="Arial Black"/>
                <a:cs typeface="Arial Black"/>
              </a:rPr>
              <a:t>Uno</a:t>
            </a:r>
            <a:r>
              <a:rPr dirty="0" sz="1400" spc="-11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1F1F1F"/>
                </a:solidFill>
                <a:latin typeface="Arial Black"/>
                <a:cs typeface="Arial Black"/>
              </a:rPr>
              <a:t>R3</a:t>
            </a:r>
            <a:r>
              <a:rPr dirty="0" sz="1400" spc="-9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F1F1F"/>
                </a:solidFill>
                <a:latin typeface="Verdana"/>
                <a:cs typeface="Verdana"/>
              </a:rPr>
              <a:t>(Clone)</a:t>
            </a:r>
            <a:r>
              <a:rPr dirty="0" sz="1400" spc="-12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1F1F1F"/>
                </a:solidFill>
                <a:latin typeface="Verdana"/>
                <a:cs typeface="Verdana"/>
              </a:rPr>
              <a:t>or</a:t>
            </a:r>
            <a:r>
              <a:rPr dirty="0" sz="1400" spc="-12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1F1F1F"/>
                </a:solidFill>
                <a:latin typeface="Arial Black"/>
                <a:cs typeface="Arial Black"/>
              </a:rPr>
              <a:t>ESP32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Black"/>
              <a:cs typeface="Arial Black"/>
            </a:endParaRPr>
          </a:p>
          <a:p>
            <a:pPr>
              <a:lnSpc>
                <a:spcPts val="1730"/>
              </a:lnSpc>
            </a:pPr>
            <a:r>
              <a:rPr dirty="0" sz="1500" spc="-40">
                <a:solidFill>
                  <a:srgbClr val="1F1F1F"/>
                </a:solidFill>
                <a:latin typeface="Verdana"/>
                <a:cs typeface="Verdana"/>
              </a:rPr>
              <a:t>Gel-</a:t>
            </a:r>
            <a:r>
              <a:rPr dirty="0" sz="1500" spc="-45">
                <a:solidFill>
                  <a:srgbClr val="1F1F1F"/>
                </a:solidFill>
                <a:latin typeface="Verdana"/>
                <a:cs typeface="Verdana"/>
              </a:rPr>
              <a:t>based</a:t>
            </a:r>
            <a:r>
              <a:rPr dirty="0" sz="1500" spc="-11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disposable</a:t>
            </a:r>
            <a:r>
              <a:rPr dirty="0" sz="1500" spc="-11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50">
                <a:solidFill>
                  <a:srgbClr val="1F1F1F"/>
                </a:solidFill>
                <a:latin typeface="Verdana"/>
                <a:cs typeface="Verdana"/>
              </a:rPr>
              <a:t>ECG/EEG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studs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00">
              <a:latin typeface="Verdana"/>
              <a:cs typeface="Verdana"/>
            </a:endParaRPr>
          </a:p>
          <a:p>
            <a:pPr marR="121285">
              <a:lnSpc>
                <a:spcPts val="1730"/>
              </a:lnSpc>
            </a:pPr>
            <a:r>
              <a:rPr dirty="0" sz="1500" spc="-25">
                <a:solidFill>
                  <a:srgbClr val="1F1F1F"/>
                </a:solidFill>
                <a:latin typeface="Verdana"/>
                <a:cs typeface="Verdana"/>
              </a:rPr>
              <a:t>Bio-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potential</a:t>
            </a:r>
            <a:r>
              <a:rPr dirty="0" sz="1500" spc="-8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cables</a:t>
            </a:r>
            <a:r>
              <a:rPr dirty="0" sz="1500" spc="-8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1F1F1F"/>
                </a:solidFill>
                <a:latin typeface="Verdana"/>
                <a:cs typeface="Verdana"/>
              </a:rPr>
              <a:t>(Snap-</a:t>
            </a:r>
            <a:r>
              <a:rPr dirty="0" sz="1500" spc="-25">
                <a:solidFill>
                  <a:srgbClr val="1F1F1F"/>
                </a:solidFill>
                <a:latin typeface="Verdana"/>
                <a:cs typeface="Verdana"/>
              </a:rPr>
              <a:t>on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type)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9V</a:t>
            </a:r>
            <a:r>
              <a:rPr dirty="0" sz="1500" spc="-16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Battery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518232" y="1890581"/>
            <a:ext cx="1471295" cy="521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1F1F1F"/>
                </a:solidFill>
                <a:latin typeface="Arial Black"/>
                <a:cs typeface="Arial Black"/>
              </a:rPr>
              <a:t>Item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361600"/>
              </a:lnSpc>
            </a:pPr>
            <a:r>
              <a:rPr dirty="0" sz="1500" spc="-125">
                <a:solidFill>
                  <a:srgbClr val="1F1F1F"/>
                </a:solidFill>
                <a:latin typeface="Arial Black"/>
                <a:cs typeface="Arial Black"/>
              </a:rPr>
              <a:t>BCI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Sensor </a:t>
            </a:r>
            <a:r>
              <a:rPr dirty="0" sz="1500" spc="-75">
                <a:solidFill>
                  <a:srgbClr val="1F1F1F"/>
                </a:solidFill>
                <a:latin typeface="Arial Black"/>
                <a:cs typeface="Arial Black"/>
              </a:rPr>
              <a:t>Microcontroller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Electrodes Cables</a:t>
            </a:r>
            <a:endParaRPr sz="1500">
              <a:latin typeface="Arial Black"/>
              <a:cs typeface="Arial Black"/>
            </a:endParaRPr>
          </a:p>
          <a:p>
            <a:pPr marR="877569">
              <a:lnSpc>
                <a:spcPct val="361600"/>
              </a:lnSpc>
            </a:pPr>
            <a:r>
              <a:rPr dirty="0" sz="1500" spc="-125">
                <a:solidFill>
                  <a:srgbClr val="1F1F1F"/>
                </a:solidFill>
                <a:latin typeface="Arial Black"/>
                <a:cs typeface="Arial Black"/>
              </a:rPr>
              <a:t>Power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Total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799823" y="1890581"/>
            <a:ext cx="1770380" cy="521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500" spc="-100">
                <a:solidFill>
                  <a:srgbClr val="1F1F1F"/>
                </a:solidFill>
                <a:latin typeface="Arial Black"/>
                <a:cs typeface="Arial Black"/>
              </a:rPr>
              <a:t>Approx. </a:t>
            </a:r>
            <a:r>
              <a:rPr dirty="0" sz="1500" spc="-110">
                <a:solidFill>
                  <a:srgbClr val="1F1F1F"/>
                </a:solidFill>
                <a:latin typeface="Arial Black"/>
                <a:cs typeface="Arial Black"/>
              </a:rPr>
              <a:t>Price</a:t>
            </a:r>
            <a:r>
              <a:rPr dirty="0" sz="1500" spc="-95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-90">
                <a:solidFill>
                  <a:srgbClr val="1F1F1F"/>
                </a:solidFill>
                <a:latin typeface="Arial Black"/>
                <a:cs typeface="Arial Black"/>
              </a:rPr>
              <a:t>(INR)</a:t>
            </a: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500" spc="-5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50">
                <a:solidFill>
                  <a:srgbClr val="1F1F1F"/>
                </a:solidFill>
                <a:latin typeface="Verdana"/>
                <a:cs typeface="Verdana"/>
              </a:rPr>
              <a:t>1,200</a:t>
            </a:r>
            <a:r>
              <a:rPr dirty="0" sz="1500" spc="-13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dirty="0" sz="1500" spc="-13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1,500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 spc="-1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10">
                <a:solidFill>
                  <a:srgbClr val="1F1F1F"/>
                </a:solidFill>
                <a:latin typeface="Verdana"/>
                <a:cs typeface="Verdana"/>
              </a:rPr>
              <a:t>450</a:t>
            </a:r>
            <a:r>
              <a:rPr dirty="0" sz="1500" spc="-15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dirty="0" sz="1500" spc="-14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3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30">
                <a:solidFill>
                  <a:srgbClr val="1F1F1F"/>
                </a:solidFill>
                <a:latin typeface="Verdana"/>
                <a:cs typeface="Verdana"/>
              </a:rPr>
              <a:t>600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>
                <a:solidFill>
                  <a:srgbClr val="1F1F1F"/>
                </a:solidFill>
                <a:latin typeface="Verdana"/>
                <a:cs typeface="Verdana"/>
              </a:rPr>
              <a:t>200</a:t>
            </a:r>
            <a:r>
              <a:rPr dirty="0" sz="1500" spc="-12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–</a:t>
            </a:r>
            <a:r>
              <a:rPr dirty="0" sz="1500" spc="-125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300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>
                <a:solidFill>
                  <a:srgbClr val="1F1F1F"/>
                </a:solidFill>
                <a:latin typeface="Verdana"/>
                <a:cs typeface="Verdana"/>
              </a:rPr>
              <a:t>300</a:t>
            </a:r>
            <a:r>
              <a:rPr dirty="0" sz="1500" spc="-95">
                <a:solidFill>
                  <a:srgbClr val="1F1F1F"/>
                </a:solidFill>
                <a:latin typeface="Verdana"/>
                <a:cs typeface="Verdana"/>
              </a:rPr>
              <a:t> – </a:t>
            </a: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400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 spc="-20">
                <a:solidFill>
                  <a:srgbClr val="1F1F1F"/>
                </a:solidFill>
                <a:latin typeface="Microsoft Sans Serif"/>
                <a:cs typeface="Microsoft Sans Serif"/>
              </a:rPr>
              <a:t>₹</a:t>
            </a:r>
            <a:r>
              <a:rPr dirty="0" sz="1500" spc="-20">
                <a:solidFill>
                  <a:srgbClr val="1F1F1F"/>
                </a:solidFill>
                <a:latin typeface="Verdana"/>
                <a:cs typeface="Verdana"/>
              </a:rPr>
              <a:t>100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500" spc="-95">
                <a:solidFill>
                  <a:srgbClr val="1F1F1F"/>
                </a:solidFill>
                <a:latin typeface="Arial Black"/>
                <a:cs typeface="Arial Black"/>
              </a:rPr>
              <a:t>~₹2,500</a:t>
            </a:r>
            <a:r>
              <a:rPr dirty="0" sz="1500" spc="-13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110">
                <a:solidFill>
                  <a:srgbClr val="1F1F1F"/>
                </a:solidFill>
                <a:latin typeface="Arial Black"/>
                <a:cs typeface="Arial Black"/>
              </a:rPr>
              <a:t>–</a:t>
            </a:r>
            <a:r>
              <a:rPr dirty="0" sz="1500" spc="-13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dirty="0" sz="1500" spc="-10">
                <a:solidFill>
                  <a:srgbClr val="1F1F1F"/>
                </a:solidFill>
                <a:latin typeface="Arial Black"/>
                <a:cs typeface="Arial Black"/>
              </a:rPr>
              <a:t>₹2,900</a:t>
            </a:r>
            <a:endParaRPr sz="1500">
              <a:latin typeface="Arial Black"/>
              <a:cs typeface="Arial Black"/>
            </a:endParaRPr>
          </a:p>
        </p:txBody>
      </p: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8437270" y="1603683"/>
          <a:ext cx="9508490" cy="5782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0710"/>
                <a:gridCol w="3140710"/>
                <a:gridCol w="3140710"/>
              </a:tblGrid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26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9" name="object 29" descr=""/>
          <p:cNvSpPr txBox="1"/>
          <p:nvPr/>
        </p:nvSpPr>
        <p:spPr>
          <a:xfrm>
            <a:off x="9179073" y="7654916"/>
            <a:ext cx="7792720" cy="15113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2800" spc="-10">
                <a:solidFill>
                  <a:srgbClr val="FF3131"/>
                </a:solidFill>
                <a:latin typeface="Arial MT"/>
                <a:cs typeface="Arial MT"/>
              </a:rPr>
              <a:t>NOTE:</a:t>
            </a:r>
            <a:endParaRPr sz="2800">
              <a:latin typeface="Arial MT"/>
              <a:cs typeface="Arial MT"/>
            </a:endParaRPr>
          </a:p>
          <a:p>
            <a:pPr algn="ctr" marL="12065" marR="5080">
              <a:lnSpc>
                <a:spcPct val="116100"/>
              </a:lnSpc>
            </a:pP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The</a:t>
            </a:r>
            <a:r>
              <a:rPr dirty="0" sz="2800" spc="-8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price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range</a:t>
            </a:r>
            <a:r>
              <a:rPr dirty="0" sz="2800" spc="-8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for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a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standard</a:t>
            </a:r>
            <a:r>
              <a:rPr dirty="0" sz="2800" spc="-8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hardware</a:t>
            </a:r>
            <a:r>
              <a:rPr dirty="0" sz="2800" spc="-7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3131"/>
                </a:solidFill>
                <a:latin typeface="Arial MT"/>
                <a:cs typeface="Arial MT"/>
              </a:rPr>
              <a:t>passkey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falls</a:t>
            </a:r>
            <a:r>
              <a:rPr dirty="0" sz="2800" spc="-9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between</a:t>
            </a:r>
            <a:r>
              <a:rPr dirty="0" sz="2800" spc="-5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 spc="-229">
                <a:solidFill>
                  <a:srgbClr val="FF3131"/>
                </a:solidFill>
                <a:latin typeface="Arial MT"/>
                <a:cs typeface="Arial MT"/>
              </a:rPr>
              <a:t>₹3,000</a:t>
            </a:r>
            <a:r>
              <a:rPr dirty="0" sz="2800" spc="-5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3131"/>
                </a:solidFill>
                <a:latin typeface="Arial MT"/>
                <a:cs typeface="Arial MT"/>
              </a:rPr>
              <a:t>and</a:t>
            </a:r>
            <a:r>
              <a:rPr dirty="0" sz="2800" spc="-50">
                <a:solidFill>
                  <a:srgbClr val="FF3131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FF3131"/>
                </a:solidFill>
                <a:latin typeface="Arial MT"/>
                <a:cs typeface="Arial MT"/>
              </a:rPr>
              <a:t>₹20,000.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6235" algn="l"/>
                <a:tab pos="5822950" algn="l"/>
              </a:tabLst>
            </a:pPr>
            <a:r>
              <a:rPr dirty="0" spc="-10"/>
              <a:t>RESEARCH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REFERENCES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2896232"/>
            <a:ext cx="85833" cy="8583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3818945"/>
            <a:ext cx="85833" cy="8583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4741657"/>
            <a:ext cx="85833" cy="85833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664457" y="4891866"/>
            <a:ext cx="14604" cy="21590"/>
          </a:xfrm>
          <a:custGeom>
            <a:avLst/>
            <a:gdLst/>
            <a:ahLst/>
            <a:cxnLst/>
            <a:rect l="l" t="t" r="r" b="b"/>
            <a:pathLst>
              <a:path w="14605" h="21589">
                <a:moveTo>
                  <a:pt x="14474" y="21458"/>
                </a:moveTo>
                <a:lnTo>
                  <a:pt x="0" y="21458"/>
                </a:lnTo>
                <a:lnTo>
                  <a:pt x="0" y="0"/>
                </a:lnTo>
                <a:lnTo>
                  <a:pt x="14474" y="0"/>
                </a:lnTo>
                <a:lnTo>
                  <a:pt x="14474" y="21458"/>
                </a:lnTo>
                <a:close/>
              </a:path>
            </a:pathLst>
          </a:custGeom>
          <a:solidFill>
            <a:srgbClr val="37B5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5664370"/>
            <a:ext cx="85833" cy="8583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7745838"/>
            <a:ext cx="85833" cy="8583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178" y="8453966"/>
            <a:ext cx="85833" cy="85833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Academic</a:t>
            </a:r>
            <a:r>
              <a:rPr dirty="0" spc="-40"/>
              <a:t> </a:t>
            </a:r>
            <a:r>
              <a:rPr dirty="0" spc="-10"/>
              <a:t>Publications</a:t>
            </a:r>
          </a:p>
          <a:p>
            <a:pPr marL="525780" marR="5080">
              <a:lnSpc>
                <a:spcPct val="128800"/>
              </a:lnSpc>
              <a:spcBef>
                <a:spcPts val="1700"/>
              </a:spcBef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Chuang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J.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N</a:t>
            </a:r>
            <a:r>
              <a:rPr dirty="0" sz="2350">
                <a:solidFill>
                  <a:srgbClr val="37B5FF"/>
                </a:solidFill>
                <a:hlinkClick r:id="rId3"/>
              </a:rPr>
              <a:t>g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uyen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H.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&amp;</a:t>
            </a:r>
            <a:r>
              <a:rPr dirty="0" u="sng" sz="2350" spc="40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Sayed</a:t>
            </a:r>
            <a:r>
              <a:rPr dirty="0" sz="2350">
                <a:solidFill>
                  <a:srgbClr val="37B5FF"/>
                </a:solidFill>
                <a:hlinkClick r:id="rId3"/>
              </a:rPr>
              <a:t>,</a:t>
            </a:r>
            <a:r>
              <a:rPr dirty="0" u="sng" sz="2350" spc="3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B.</a:t>
            </a:r>
            <a:r>
              <a:rPr dirty="0" u="sng" sz="2350" spc="40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sz="2350" spc="-25">
                <a:solidFill>
                  <a:srgbClr val="37B5FF"/>
                </a:solidFill>
                <a:hlinkClick r:id="rId3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2013</a:t>
            </a:r>
            <a:r>
              <a:rPr dirty="0" sz="2350" spc="-25">
                <a:solidFill>
                  <a:srgbClr val="37B5FF"/>
                </a:solidFill>
                <a:hlinkClick r:id="rId3"/>
              </a:rPr>
              <a:t>)</a:t>
            </a:r>
            <a:r>
              <a:rPr dirty="0" u="sng" sz="2350" spc="-45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3"/>
              </a:rPr>
              <a:t>.</a:t>
            </a:r>
            <a:r>
              <a:rPr dirty="0" sz="2350" spc="405">
                <a:solidFill>
                  <a:srgbClr val="37B5FF"/>
                </a:solidFill>
              </a:rPr>
              <a:t> </a:t>
            </a:r>
            <a:r>
              <a:rPr dirty="0" sz="2350"/>
              <a:t>"Cerebrem:</a:t>
            </a:r>
            <a:r>
              <a:rPr dirty="0" sz="2350" spc="270"/>
              <a:t> </a:t>
            </a:r>
            <a:r>
              <a:rPr dirty="0" sz="2350"/>
              <a:t>A</a:t>
            </a:r>
            <a:r>
              <a:rPr dirty="0" sz="2350" spc="265"/>
              <a:t> </a:t>
            </a:r>
            <a:r>
              <a:rPr dirty="0" sz="2350"/>
              <a:t>Brain-Computer</a:t>
            </a:r>
            <a:r>
              <a:rPr dirty="0" sz="2350" spc="360"/>
              <a:t> </a:t>
            </a:r>
            <a:r>
              <a:rPr dirty="0" sz="2350"/>
              <a:t>Interface</a:t>
            </a:r>
            <a:r>
              <a:rPr dirty="0" sz="2350" spc="405"/>
              <a:t> </a:t>
            </a:r>
            <a:r>
              <a:rPr dirty="0" sz="2350"/>
              <a:t>for</a:t>
            </a:r>
            <a:r>
              <a:rPr dirty="0" sz="2350" spc="360"/>
              <a:t> </a:t>
            </a:r>
            <a:r>
              <a:rPr dirty="0" sz="2350"/>
              <a:t>User</a:t>
            </a:r>
            <a:r>
              <a:rPr dirty="0" sz="2350" spc="225"/>
              <a:t> </a:t>
            </a:r>
            <a:r>
              <a:rPr dirty="0" sz="2350" spc="-10"/>
              <a:t>Authentication." </a:t>
            </a:r>
            <a:r>
              <a:rPr dirty="0" sz="2350"/>
              <a:t>Demonstrates</a:t>
            </a:r>
            <a:r>
              <a:rPr dirty="0" sz="2350" spc="5"/>
              <a:t> </a:t>
            </a:r>
            <a:r>
              <a:rPr dirty="0" sz="2350"/>
              <a:t>the</a:t>
            </a:r>
            <a:r>
              <a:rPr dirty="0" sz="2350" spc="20"/>
              <a:t> </a:t>
            </a:r>
            <a:r>
              <a:rPr dirty="0" sz="2350"/>
              <a:t>use</a:t>
            </a:r>
            <a:r>
              <a:rPr dirty="0" sz="2350" spc="15"/>
              <a:t> </a:t>
            </a:r>
            <a:r>
              <a:rPr dirty="0" sz="2350"/>
              <a:t>of</a:t>
            </a:r>
            <a:r>
              <a:rPr dirty="0" sz="2350" spc="20"/>
              <a:t> </a:t>
            </a:r>
            <a:r>
              <a:rPr dirty="0" sz="2350"/>
              <a:t>mental</a:t>
            </a:r>
            <a:r>
              <a:rPr dirty="0" sz="2350" spc="15"/>
              <a:t> </a:t>
            </a:r>
            <a:r>
              <a:rPr dirty="0" sz="2350"/>
              <a:t>tasks</a:t>
            </a:r>
            <a:r>
              <a:rPr dirty="0" sz="2350" spc="20"/>
              <a:t> </a:t>
            </a:r>
            <a:r>
              <a:rPr dirty="0" sz="2350"/>
              <a:t>(e.g.,</a:t>
            </a:r>
            <a:r>
              <a:rPr dirty="0" sz="2350" spc="15"/>
              <a:t> </a:t>
            </a:r>
            <a:r>
              <a:rPr dirty="0" sz="2350"/>
              <a:t>imagining</a:t>
            </a:r>
            <a:r>
              <a:rPr dirty="0" sz="2350" spc="15"/>
              <a:t> </a:t>
            </a:r>
            <a:r>
              <a:rPr dirty="0" sz="2350"/>
              <a:t>movement)</a:t>
            </a:r>
            <a:r>
              <a:rPr dirty="0" sz="2350" spc="20"/>
              <a:t> </a:t>
            </a:r>
            <a:r>
              <a:rPr dirty="0" sz="2350"/>
              <a:t>as</a:t>
            </a:r>
            <a:r>
              <a:rPr dirty="0" sz="2350" spc="15"/>
              <a:t> </a:t>
            </a:r>
            <a:r>
              <a:rPr dirty="0" sz="2350"/>
              <a:t>a</a:t>
            </a:r>
            <a:r>
              <a:rPr dirty="0" sz="2350" spc="20"/>
              <a:t> </a:t>
            </a:r>
            <a:r>
              <a:rPr dirty="0" sz="2350"/>
              <a:t>viable,</a:t>
            </a:r>
            <a:r>
              <a:rPr dirty="0" sz="2350" spc="15"/>
              <a:t> </a:t>
            </a:r>
            <a:r>
              <a:rPr dirty="0" sz="2350"/>
              <a:t>secure</a:t>
            </a:r>
            <a:r>
              <a:rPr dirty="0" sz="2350" spc="20"/>
              <a:t> </a:t>
            </a:r>
            <a:r>
              <a:rPr dirty="0" sz="2350"/>
              <a:t>cryptographic</a:t>
            </a:r>
            <a:r>
              <a:rPr dirty="0" sz="2350" spc="15"/>
              <a:t> </a:t>
            </a:r>
            <a:r>
              <a:rPr dirty="0" sz="2350" spc="-20"/>
              <a:t>key.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3556000" algn="l"/>
                <a:tab pos="4680585" algn="l"/>
                <a:tab pos="5704205" algn="l"/>
                <a:tab pos="7265034" algn="l"/>
                <a:tab pos="7659370" algn="l"/>
                <a:tab pos="9279255" algn="l"/>
                <a:tab pos="10814050" algn="l"/>
                <a:tab pos="11337290" algn="l"/>
                <a:tab pos="14371955" algn="l"/>
              </a:tabLst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Gui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Q.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4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Zhan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4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Z.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3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&amp;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	Zhu</a:t>
            </a:r>
            <a:r>
              <a:rPr dirty="0" sz="2350">
                <a:solidFill>
                  <a:srgbClr val="37B5FF"/>
                </a:solidFill>
                <a:hlinkClick r:id="rId4"/>
              </a:rPr>
              <a:t>,</a:t>
            </a:r>
            <a:r>
              <a:rPr dirty="0" u="sng" sz="2350" spc="53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J.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	</a:t>
            </a:r>
            <a:r>
              <a:rPr dirty="0" sz="2350" spc="-25">
                <a:solidFill>
                  <a:srgbClr val="37B5FF"/>
                </a:solidFill>
                <a:hlinkClick r:id="rId4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2014</a:t>
            </a:r>
            <a:r>
              <a:rPr dirty="0" sz="2350" spc="-25">
                <a:solidFill>
                  <a:srgbClr val="37B5FF"/>
                </a:solidFill>
                <a:hlinkClick r:id="rId4"/>
              </a:rPr>
              <a:t>)</a:t>
            </a:r>
            <a:r>
              <a:rPr dirty="0" u="sng" sz="2350" spc="-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4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/>
              <a:t>"A</a:t>
            </a:r>
            <a:r>
              <a:rPr dirty="0" sz="2350" spc="420"/>
              <a:t> </a:t>
            </a:r>
            <a:r>
              <a:rPr dirty="0" sz="2350" spc="-10"/>
              <a:t>Survey</a:t>
            </a:r>
            <a:r>
              <a:rPr dirty="0" sz="2350"/>
              <a:t>	</a:t>
            </a:r>
            <a:r>
              <a:rPr dirty="0" sz="2350" spc="-25"/>
              <a:t>of</a:t>
            </a:r>
            <a:r>
              <a:rPr dirty="0" sz="2350"/>
              <a:t>	EEG-</a:t>
            </a:r>
            <a:r>
              <a:rPr dirty="0" sz="2350" spc="-10"/>
              <a:t>based</a:t>
            </a:r>
            <a:r>
              <a:rPr dirty="0" sz="2350"/>
              <a:t>	</a:t>
            </a:r>
            <a:r>
              <a:rPr dirty="0" sz="2350" spc="-10"/>
              <a:t>Biometrics</a:t>
            </a:r>
            <a:r>
              <a:rPr dirty="0" sz="2350"/>
              <a:t>	</a:t>
            </a:r>
            <a:r>
              <a:rPr dirty="0" sz="2350" spc="-25"/>
              <a:t>for</a:t>
            </a:r>
            <a:r>
              <a:rPr dirty="0" sz="2350"/>
              <a:t>	User</a:t>
            </a:r>
            <a:r>
              <a:rPr dirty="0" sz="2350" spc="385"/>
              <a:t> </a:t>
            </a:r>
            <a:r>
              <a:rPr dirty="0" sz="2350" spc="-10"/>
              <a:t>Authentication."</a:t>
            </a:r>
            <a:r>
              <a:rPr dirty="0" sz="2350"/>
              <a:t>	</a:t>
            </a:r>
            <a:r>
              <a:rPr dirty="0" sz="2350" spc="-25"/>
              <a:t>Validates </a:t>
            </a:r>
            <a:r>
              <a:rPr dirty="0" sz="2350"/>
              <a:t>brainwaves</a:t>
            </a:r>
            <a:r>
              <a:rPr dirty="0" sz="2350" spc="10"/>
              <a:t> </a:t>
            </a:r>
            <a:r>
              <a:rPr dirty="0" sz="2350"/>
              <a:t>as</a:t>
            </a:r>
            <a:r>
              <a:rPr dirty="0" sz="2350" spc="20"/>
              <a:t> </a:t>
            </a:r>
            <a:r>
              <a:rPr dirty="0" sz="2350" spc="-10"/>
              <a:t>high-entropy,</a:t>
            </a:r>
            <a:r>
              <a:rPr dirty="0" sz="2350" spc="25"/>
              <a:t> </a:t>
            </a:r>
            <a:r>
              <a:rPr dirty="0" sz="2350" spc="-10"/>
              <a:t>non-</a:t>
            </a:r>
            <a:r>
              <a:rPr dirty="0" sz="2350"/>
              <a:t>static</a:t>
            </a:r>
            <a:r>
              <a:rPr dirty="0" sz="2350" spc="20"/>
              <a:t> </a:t>
            </a:r>
            <a:r>
              <a:rPr dirty="0" sz="2350"/>
              <a:t>biometric</a:t>
            </a:r>
            <a:r>
              <a:rPr dirty="0" sz="2350" spc="20"/>
              <a:t> </a:t>
            </a:r>
            <a:r>
              <a:rPr dirty="0" sz="2350"/>
              <a:t>identifiers</a:t>
            </a:r>
            <a:r>
              <a:rPr dirty="0" sz="2350" spc="20"/>
              <a:t> </a:t>
            </a:r>
            <a:r>
              <a:rPr dirty="0" sz="2350"/>
              <a:t>superior</a:t>
            </a:r>
            <a:r>
              <a:rPr dirty="0" sz="2350" spc="-25"/>
              <a:t> </a:t>
            </a:r>
            <a:r>
              <a:rPr dirty="0" sz="2350"/>
              <a:t>to</a:t>
            </a:r>
            <a:r>
              <a:rPr dirty="0" sz="2350" spc="25"/>
              <a:t> </a:t>
            </a:r>
            <a:r>
              <a:rPr dirty="0" sz="2350" spc="-10"/>
              <a:t>fingerprints.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2421255" algn="l"/>
                <a:tab pos="2868295" algn="l"/>
                <a:tab pos="3869054" algn="l"/>
                <a:tab pos="5431790" algn="l"/>
                <a:tab pos="6206490" algn="l"/>
                <a:tab pos="7115175" algn="l"/>
                <a:tab pos="7788909" algn="l"/>
                <a:tab pos="8523605" algn="l"/>
                <a:tab pos="10648950" algn="l"/>
                <a:tab pos="11652250" algn="l"/>
                <a:tab pos="12308840" algn="l"/>
                <a:tab pos="14039850" algn="l"/>
                <a:tab pos="14914244" algn="l"/>
              </a:tabLst>
            </a:pP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Ashby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C.</a:t>
            </a:r>
            <a:r>
              <a:rPr dirty="0" sz="2350">
                <a:solidFill>
                  <a:srgbClr val="37B5FF"/>
                </a:solidFill>
                <a:hlinkClick r:id="rId5"/>
              </a:rPr>
              <a:t>,</a:t>
            </a:r>
            <a:r>
              <a:rPr dirty="0" u="sng" sz="2350" spc="434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et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	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al.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	</a:t>
            </a:r>
            <a:r>
              <a:rPr dirty="0" sz="2350" spc="-50">
                <a:solidFill>
                  <a:srgbClr val="37B5FF"/>
                </a:solidFill>
                <a:hlinkClick r:id="rId5"/>
              </a:rPr>
              <a:t>(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2011</a:t>
            </a:r>
            <a:r>
              <a:rPr dirty="0" sz="2350" spc="-50">
                <a:solidFill>
                  <a:srgbClr val="37B5FF"/>
                </a:solidFill>
                <a:hlinkClick r:id="rId5"/>
              </a:rPr>
              <a:t>)</a:t>
            </a:r>
            <a:r>
              <a:rPr dirty="0" u="sng" sz="2350" spc="-40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5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/>
              <a:t>"Low-</a:t>
            </a:r>
            <a:r>
              <a:rPr dirty="0" sz="2350" spc="-20"/>
              <a:t>Cost</a:t>
            </a:r>
            <a:r>
              <a:rPr dirty="0" sz="2350"/>
              <a:t>	</a:t>
            </a:r>
            <a:r>
              <a:rPr dirty="0" sz="2350" spc="-25"/>
              <a:t>EEG</a:t>
            </a:r>
            <a:r>
              <a:rPr dirty="0" sz="2350"/>
              <a:t>	</a:t>
            </a:r>
            <a:r>
              <a:rPr dirty="0" sz="2350" spc="-10"/>
              <a:t>Based</a:t>
            </a:r>
            <a:r>
              <a:rPr dirty="0" sz="2350"/>
              <a:t>	</a:t>
            </a:r>
            <a:r>
              <a:rPr dirty="0" sz="2350" spc="-25"/>
              <a:t>BCI</a:t>
            </a:r>
            <a:r>
              <a:rPr dirty="0" sz="2350"/>
              <a:t>	</a:t>
            </a:r>
            <a:r>
              <a:rPr dirty="0" sz="2350" spc="-20"/>
              <a:t>User</a:t>
            </a:r>
            <a:r>
              <a:rPr dirty="0" sz="2350"/>
              <a:t>	</a:t>
            </a:r>
            <a:r>
              <a:rPr dirty="0" sz="2350" spc="-10"/>
              <a:t>Identification."</a:t>
            </a:r>
            <a:r>
              <a:rPr dirty="0" sz="2350"/>
              <a:t>	</a:t>
            </a:r>
            <a:r>
              <a:rPr dirty="0" sz="2350" spc="-10"/>
              <a:t>Proves</a:t>
            </a:r>
            <a:r>
              <a:rPr dirty="0" sz="2350"/>
              <a:t>	</a:t>
            </a:r>
            <a:r>
              <a:rPr dirty="0" sz="2350" spc="-20"/>
              <a:t>that</a:t>
            </a:r>
            <a:r>
              <a:rPr dirty="0" sz="2350"/>
              <a:t>	</a:t>
            </a:r>
            <a:r>
              <a:rPr dirty="0" sz="2350" spc="-10"/>
              <a:t>non-medical</a:t>
            </a:r>
            <a:r>
              <a:rPr dirty="0" sz="2350"/>
              <a:t>	</a:t>
            </a:r>
            <a:r>
              <a:rPr dirty="0" sz="2350" spc="-20"/>
              <a:t>grade</a:t>
            </a:r>
            <a:r>
              <a:rPr dirty="0" sz="2350"/>
              <a:t>	</a:t>
            </a:r>
            <a:r>
              <a:rPr dirty="0" sz="2350" spc="-25"/>
              <a:t>EEG </a:t>
            </a:r>
            <a:r>
              <a:rPr dirty="0" sz="2350"/>
              <a:t>sensors</a:t>
            </a:r>
            <a:r>
              <a:rPr dirty="0" sz="2350" spc="10"/>
              <a:t> </a:t>
            </a:r>
            <a:r>
              <a:rPr dirty="0" sz="2350"/>
              <a:t>(like</a:t>
            </a:r>
            <a:r>
              <a:rPr dirty="0" sz="2350" spc="10"/>
              <a:t> </a:t>
            </a:r>
            <a:r>
              <a:rPr dirty="0" sz="2350"/>
              <a:t>the</a:t>
            </a:r>
            <a:r>
              <a:rPr dirty="0" sz="2350" spc="10"/>
              <a:t> </a:t>
            </a:r>
            <a:r>
              <a:rPr dirty="0" sz="2350"/>
              <a:t>EXG</a:t>
            </a:r>
            <a:r>
              <a:rPr dirty="0" sz="2350" spc="10"/>
              <a:t> </a:t>
            </a:r>
            <a:r>
              <a:rPr dirty="0" sz="2350"/>
              <a:t>Pill)</a:t>
            </a:r>
            <a:r>
              <a:rPr dirty="0" sz="2350" spc="10"/>
              <a:t> </a:t>
            </a:r>
            <a:r>
              <a:rPr dirty="0" sz="2350"/>
              <a:t>are</a:t>
            </a:r>
            <a:r>
              <a:rPr dirty="0" sz="2350" spc="10"/>
              <a:t> </a:t>
            </a:r>
            <a:r>
              <a:rPr dirty="0" sz="2350"/>
              <a:t>sufficient</a:t>
            </a:r>
            <a:r>
              <a:rPr dirty="0" sz="2350" spc="10"/>
              <a:t> </a:t>
            </a:r>
            <a:r>
              <a:rPr dirty="0" sz="2350"/>
              <a:t>for</a:t>
            </a:r>
            <a:r>
              <a:rPr dirty="0" sz="2350" spc="-40"/>
              <a:t> </a:t>
            </a:r>
            <a:r>
              <a:rPr dirty="0" sz="2350"/>
              <a:t>robust</a:t>
            </a:r>
            <a:r>
              <a:rPr dirty="0" sz="2350" spc="15"/>
              <a:t> </a:t>
            </a:r>
            <a:r>
              <a:rPr dirty="0" sz="2350"/>
              <a:t>identity</a:t>
            </a:r>
            <a:r>
              <a:rPr dirty="0" sz="2350" spc="5"/>
              <a:t> </a:t>
            </a:r>
            <a:r>
              <a:rPr dirty="0" sz="2350" spc="-10"/>
              <a:t>verification.</a:t>
            </a:r>
            <a:endParaRPr sz="2350"/>
          </a:p>
          <a:p>
            <a:pPr marL="525780" marR="5080">
              <a:lnSpc>
                <a:spcPct val="128800"/>
              </a:lnSpc>
              <a:tabLst>
                <a:tab pos="2898775" algn="l"/>
                <a:tab pos="3966845" algn="l"/>
                <a:tab pos="5328920" algn="l"/>
                <a:tab pos="5767705" algn="l"/>
                <a:tab pos="7381875" algn="l"/>
                <a:tab pos="9030335" algn="l"/>
                <a:tab pos="9956800" algn="l"/>
                <a:tab pos="10882630" algn="l"/>
                <a:tab pos="12294235" algn="l"/>
                <a:tab pos="13505180" algn="l"/>
                <a:tab pos="15048865" algn="l"/>
              </a:tabLst>
            </a:pPr>
            <a:r>
              <a:rPr dirty="0" u="sng" sz="2350" spc="1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Palania</a:t>
            </a:r>
            <a:r>
              <a:rPr dirty="0" sz="2350" spc="-570">
                <a:solidFill>
                  <a:srgbClr val="37B5FF"/>
                </a:solidFill>
                <a:hlinkClick r:id="rId6"/>
              </a:rPr>
              <a:t>p</a:t>
            </a:r>
            <a:r>
              <a:rPr dirty="0" u="heavy" sz="2350" spc="-5" b="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sz="2350" spc="-585">
                <a:solidFill>
                  <a:srgbClr val="37B5FF"/>
                </a:solidFill>
                <a:hlinkClick r:id="rId6"/>
              </a:rPr>
              <a:t>p</a:t>
            </a:r>
            <a:r>
              <a:rPr dirty="0" u="sng" sz="2350" spc="-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an</a:t>
            </a:r>
            <a:r>
              <a:rPr dirty="0" sz="2350">
                <a:solidFill>
                  <a:srgbClr val="37B5FF"/>
                </a:solidFill>
                <a:hlinkClick r:id="rId6"/>
              </a:rPr>
              <a:t>,</a:t>
            </a:r>
            <a:r>
              <a:rPr dirty="0" u="sng" sz="2350" spc="114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 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R.</a:t>
            </a:r>
            <a:r>
              <a:rPr dirty="0" u="sng" sz="23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	</a:t>
            </a:r>
            <a:r>
              <a:rPr dirty="0" sz="2350" spc="-25">
                <a:solidFill>
                  <a:srgbClr val="37B5FF"/>
                </a:solidFill>
                <a:hlinkClick r:id="rId6"/>
              </a:rPr>
              <a:t>(</a:t>
            </a:r>
            <a:r>
              <a:rPr dirty="0" u="sng" sz="2350" spc="-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2004</a:t>
            </a:r>
            <a:r>
              <a:rPr dirty="0" sz="2350" spc="-25">
                <a:solidFill>
                  <a:srgbClr val="37B5FF"/>
                </a:solidFill>
                <a:hlinkClick r:id="rId6"/>
              </a:rPr>
              <a:t>)</a:t>
            </a:r>
            <a:r>
              <a:rPr dirty="0" u="sng" sz="2350" spc="-425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 </a:t>
            </a:r>
            <a:r>
              <a:rPr dirty="0" u="sng" sz="2350" spc="-50">
                <a:solidFill>
                  <a:srgbClr val="37B5FF"/>
                </a:solidFill>
                <a:uFill>
                  <a:solidFill>
                    <a:srgbClr val="37B5FF"/>
                  </a:solidFill>
                </a:uFill>
                <a:hlinkClick r:id="rId6"/>
              </a:rPr>
              <a:t>.</a:t>
            </a:r>
            <a:r>
              <a:rPr dirty="0" sz="2350">
                <a:solidFill>
                  <a:srgbClr val="37B5FF"/>
                </a:solidFill>
              </a:rPr>
              <a:t>	</a:t>
            </a:r>
            <a:r>
              <a:rPr dirty="0" sz="2350" spc="-10"/>
              <a:t>"Method</a:t>
            </a:r>
            <a:r>
              <a:rPr dirty="0" sz="2350"/>
              <a:t>	</a:t>
            </a:r>
            <a:r>
              <a:rPr dirty="0" sz="2350" spc="-25"/>
              <a:t>of</a:t>
            </a:r>
            <a:r>
              <a:rPr dirty="0" sz="2350"/>
              <a:t>	</a:t>
            </a:r>
            <a:r>
              <a:rPr dirty="0" sz="2350" spc="-10"/>
              <a:t>Identifying</a:t>
            </a:r>
            <a:r>
              <a:rPr dirty="0" sz="2350"/>
              <a:t>	</a:t>
            </a:r>
            <a:r>
              <a:rPr dirty="0" sz="2350" spc="-10"/>
              <a:t>Individuals</a:t>
            </a:r>
            <a:r>
              <a:rPr dirty="0" sz="2350"/>
              <a:t>	</a:t>
            </a:r>
            <a:r>
              <a:rPr dirty="0" sz="2350" spc="-10"/>
              <a:t>Using</a:t>
            </a:r>
            <a:r>
              <a:rPr dirty="0" sz="2350"/>
              <a:t>	</a:t>
            </a:r>
            <a:r>
              <a:rPr dirty="0" sz="2350" spc="-10"/>
              <a:t>Brain</a:t>
            </a:r>
            <a:r>
              <a:rPr dirty="0" sz="2350"/>
              <a:t>	</a:t>
            </a:r>
            <a:r>
              <a:rPr dirty="0" sz="2350" spc="-10"/>
              <a:t>Electrical</a:t>
            </a:r>
            <a:r>
              <a:rPr dirty="0" sz="2350"/>
              <a:t>	</a:t>
            </a:r>
            <a:r>
              <a:rPr dirty="0" sz="2350" spc="-10"/>
              <a:t>Activity</a:t>
            </a:r>
            <a:r>
              <a:rPr dirty="0" sz="2350"/>
              <a:t>	</a:t>
            </a:r>
            <a:r>
              <a:rPr dirty="0" sz="2350" spc="-10"/>
              <a:t>Features."</a:t>
            </a:r>
            <a:r>
              <a:rPr dirty="0" sz="2350"/>
              <a:t>	</a:t>
            </a:r>
            <a:r>
              <a:rPr dirty="0" sz="2350" spc="-25"/>
              <a:t>The </a:t>
            </a:r>
            <a:r>
              <a:rPr dirty="0" sz="2350"/>
              <a:t>foundational</a:t>
            </a:r>
            <a:r>
              <a:rPr dirty="0" sz="2350" spc="20"/>
              <a:t> </a:t>
            </a:r>
            <a:r>
              <a:rPr dirty="0" sz="2350"/>
              <a:t>study</a:t>
            </a:r>
            <a:r>
              <a:rPr dirty="0" sz="2350" spc="25"/>
              <a:t> </a:t>
            </a:r>
            <a:r>
              <a:rPr dirty="0" sz="2350"/>
              <a:t>for</a:t>
            </a:r>
            <a:r>
              <a:rPr dirty="0" sz="2350" spc="-25"/>
              <a:t> </a:t>
            </a:r>
            <a:r>
              <a:rPr dirty="0" sz="2350"/>
              <a:t>using</a:t>
            </a:r>
            <a:r>
              <a:rPr dirty="0" sz="2350" spc="20"/>
              <a:t> </a:t>
            </a:r>
            <a:r>
              <a:rPr dirty="0" sz="2350"/>
              <a:t>Power</a:t>
            </a:r>
            <a:r>
              <a:rPr dirty="0" sz="2350" spc="-25"/>
              <a:t> </a:t>
            </a:r>
            <a:r>
              <a:rPr dirty="0" sz="2350"/>
              <a:t>Spectral</a:t>
            </a:r>
            <a:r>
              <a:rPr dirty="0" sz="2350" spc="25"/>
              <a:t> </a:t>
            </a:r>
            <a:r>
              <a:rPr dirty="0" sz="2350"/>
              <a:t>Density</a:t>
            </a:r>
            <a:r>
              <a:rPr dirty="0" sz="2350" spc="25"/>
              <a:t> </a:t>
            </a:r>
            <a:r>
              <a:rPr dirty="0" sz="2350"/>
              <a:t>(PSD)</a:t>
            </a:r>
            <a:r>
              <a:rPr dirty="0" sz="2350" spc="20"/>
              <a:t> </a:t>
            </a:r>
            <a:r>
              <a:rPr dirty="0" sz="2350"/>
              <a:t>as</a:t>
            </a:r>
            <a:r>
              <a:rPr dirty="0" sz="2350" spc="20"/>
              <a:t> </a:t>
            </a:r>
            <a:r>
              <a:rPr dirty="0" sz="2350"/>
              <a:t>a</a:t>
            </a:r>
            <a:r>
              <a:rPr dirty="0" sz="2350" spc="25"/>
              <a:t> </a:t>
            </a:r>
            <a:r>
              <a:rPr dirty="0" sz="2350"/>
              <a:t>"Neural</a:t>
            </a:r>
            <a:r>
              <a:rPr dirty="0" sz="2350" spc="20"/>
              <a:t> </a:t>
            </a:r>
            <a:r>
              <a:rPr dirty="0" sz="2350" spc="-10"/>
              <a:t>Signature."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3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Technical</a:t>
            </a:r>
            <a:r>
              <a:rPr dirty="0" spc="-85"/>
              <a:t> </a:t>
            </a:r>
            <a:r>
              <a:rPr dirty="0"/>
              <a:t>Frameworks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140"/>
              <a:t> </a:t>
            </a:r>
            <a:r>
              <a:rPr dirty="0" spc="-10"/>
              <a:t>Tools</a:t>
            </a:r>
          </a:p>
          <a:p>
            <a:pPr marL="525780">
              <a:lnSpc>
                <a:spcPct val="100000"/>
              </a:lnSpc>
              <a:spcBef>
                <a:spcPts val="2085"/>
              </a:spcBef>
            </a:pPr>
            <a:r>
              <a:rPr dirty="0" sz="2350"/>
              <a:t>BrainFlow</a:t>
            </a:r>
            <a:r>
              <a:rPr dirty="0" sz="2350" spc="35"/>
              <a:t> </a:t>
            </a:r>
            <a:r>
              <a:rPr dirty="0" sz="2350"/>
              <a:t>SDK:</a:t>
            </a:r>
            <a:r>
              <a:rPr dirty="0" sz="2350" spc="-10"/>
              <a:t> </a:t>
            </a:r>
            <a:r>
              <a:rPr dirty="0" sz="2350"/>
              <a:t>The</a:t>
            </a:r>
            <a:r>
              <a:rPr dirty="0" sz="2350" spc="35"/>
              <a:t> </a:t>
            </a:r>
            <a:r>
              <a:rPr dirty="0" sz="2350" spc="-10"/>
              <a:t>industry-</a:t>
            </a:r>
            <a:r>
              <a:rPr dirty="0" sz="2350"/>
              <a:t>standard</a:t>
            </a:r>
            <a:r>
              <a:rPr dirty="0" sz="2350" spc="-105"/>
              <a:t> </a:t>
            </a:r>
            <a:r>
              <a:rPr dirty="0" sz="2350"/>
              <a:t>API</a:t>
            </a:r>
            <a:r>
              <a:rPr dirty="0" sz="2350" spc="35"/>
              <a:t> </a:t>
            </a:r>
            <a:r>
              <a:rPr dirty="0" sz="2350"/>
              <a:t>for</a:t>
            </a:r>
            <a:r>
              <a:rPr dirty="0" sz="2350" spc="-15"/>
              <a:t> </a:t>
            </a:r>
            <a:r>
              <a:rPr dirty="0" sz="2350" spc="-10"/>
              <a:t>real-</a:t>
            </a:r>
            <a:r>
              <a:rPr dirty="0" sz="2350"/>
              <a:t>time</a:t>
            </a:r>
            <a:r>
              <a:rPr dirty="0" sz="2350" spc="35"/>
              <a:t> </a:t>
            </a:r>
            <a:r>
              <a:rPr dirty="0" sz="2350"/>
              <a:t>biosensor</a:t>
            </a:r>
            <a:r>
              <a:rPr dirty="0" sz="2350" spc="-15"/>
              <a:t> </a:t>
            </a:r>
            <a:r>
              <a:rPr dirty="0" sz="2350"/>
              <a:t>data</a:t>
            </a:r>
            <a:r>
              <a:rPr dirty="0" sz="2350" spc="35"/>
              <a:t> </a:t>
            </a:r>
            <a:r>
              <a:rPr dirty="0" sz="2350"/>
              <a:t>acquisition</a:t>
            </a:r>
            <a:r>
              <a:rPr dirty="0" sz="2350" spc="35"/>
              <a:t> </a:t>
            </a:r>
            <a:r>
              <a:rPr dirty="0" sz="2350"/>
              <a:t>across</a:t>
            </a:r>
            <a:r>
              <a:rPr dirty="0" sz="2350" spc="30"/>
              <a:t> </a:t>
            </a:r>
            <a:r>
              <a:rPr dirty="0" sz="2350" spc="-10"/>
              <a:t>open-</a:t>
            </a:r>
            <a:r>
              <a:rPr dirty="0" sz="2350"/>
              <a:t>source</a:t>
            </a:r>
            <a:r>
              <a:rPr dirty="0" sz="2350" spc="35"/>
              <a:t> </a:t>
            </a:r>
            <a:r>
              <a:rPr dirty="0" sz="2350" spc="-10"/>
              <a:t>hardware.</a:t>
            </a:r>
            <a:endParaRPr sz="235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/>
          </a:p>
          <a:p>
            <a:pPr marL="525780">
              <a:lnSpc>
                <a:spcPct val="100000"/>
              </a:lnSpc>
            </a:pPr>
            <a:r>
              <a:rPr dirty="0" sz="2350"/>
              <a:t>MNE-Python:</a:t>
            </a:r>
            <a:r>
              <a:rPr dirty="0" sz="2350" spc="15"/>
              <a:t> </a:t>
            </a:r>
            <a:r>
              <a:rPr dirty="0" sz="2350"/>
              <a:t>Primary</a:t>
            </a:r>
            <a:r>
              <a:rPr dirty="0" sz="2350" spc="25"/>
              <a:t> </a:t>
            </a:r>
            <a:r>
              <a:rPr dirty="0" sz="2350"/>
              <a:t>library</a:t>
            </a:r>
            <a:r>
              <a:rPr dirty="0" sz="2350" spc="30"/>
              <a:t> </a:t>
            </a:r>
            <a:r>
              <a:rPr dirty="0" sz="2350"/>
              <a:t>for</a:t>
            </a:r>
            <a:r>
              <a:rPr dirty="0" sz="2350" spc="-25"/>
              <a:t> </a:t>
            </a:r>
            <a:r>
              <a:rPr dirty="0" sz="2350"/>
              <a:t>scientific-grade</a:t>
            </a:r>
            <a:r>
              <a:rPr dirty="0" sz="2350" spc="30"/>
              <a:t> </a:t>
            </a:r>
            <a:r>
              <a:rPr dirty="0" sz="2350"/>
              <a:t>EEG</a:t>
            </a:r>
            <a:r>
              <a:rPr dirty="0" sz="2350" spc="25"/>
              <a:t> </a:t>
            </a:r>
            <a:r>
              <a:rPr dirty="0" sz="2350"/>
              <a:t>signal</a:t>
            </a:r>
            <a:r>
              <a:rPr dirty="0" sz="2350" spc="25"/>
              <a:t> </a:t>
            </a:r>
            <a:r>
              <a:rPr dirty="0" sz="2350"/>
              <a:t>processing,</a:t>
            </a:r>
            <a:r>
              <a:rPr dirty="0" sz="2350" spc="25"/>
              <a:t> </a:t>
            </a:r>
            <a:r>
              <a:rPr dirty="0" sz="2350"/>
              <a:t>noise</a:t>
            </a:r>
            <a:r>
              <a:rPr dirty="0" sz="2350" spc="25"/>
              <a:t> </a:t>
            </a:r>
            <a:r>
              <a:rPr dirty="0" sz="2350"/>
              <a:t>filtering,</a:t>
            </a:r>
            <a:r>
              <a:rPr dirty="0" sz="2350" spc="30"/>
              <a:t> </a:t>
            </a:r>
            <a:r>
              <a:rPr dirty="0" sz="2350"/>
              <a:t>and</a:t>
            </a:r>
            <a:r>
              <a:rPr dirty="0" sz="2350" spc="25"/>
              <a:t> </a:t>
            </a:r>
            <a:r>
              <a:rPr dirty="0" sz="2350"/>
              <a:t>artifact</a:t>
            </a:r>
            <a:r>
              <a:rPr dirty="0" sz="2350" spc="25"/>
              <a:t> </a:t>
            </a:r>
            <a:r>
              <a:rPr dirty="0" sz="2350" spc="-10"/>
              <a:t>removal.</a:t>
            </a:r>
            <a:endParaRPr sz="2350"/>
          </a:p>
        </p:txBody>
      </p:sp>
      <p:sp>
        <p:nvSpPr>
          <p:cNvPr id="11" name="object 11" descr=""/>
          <p:cNvSpPr/>
          <p:nvPr/>
        </p:nvSpPr>
        <p:spPr>
          <a:xfrm>
            <a:off x="475611" y="359320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1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1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58930" y="708570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8269" y="586417"/>
            <a:ext cx="1588008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2305" algn="l"/>
                <a:tab pos="5198745" algn="l"/>
                <a:tab pos="7258684" algn="l"/>
                <a:tab pos="11244580" algn="l"/>
                <a:tab pos="12741275" algn="l"/>
                <a:tab pos="13408025" algn="l"/>
                <a:tab pos="13985240" algn="l"/>
                <a:tab pos="15156180" algn="l"/>
              </a:tabLst>
            </a:pPr>
            <a:r>
              <a:rPr dirty="0" sz="4200" spc="-10"/>
              <a:t>PARTICIPATION</a:t>
            </a:r>
            <a:r>
              <a:rPr dirty="0" sz="4200"/>
              <a:t>	</a:t>
            </a:r>
            <a:r>
              <a:rPr dirty="0" sz="4200" spc="-25"/>
              <a:t>IN</a:t>
            </a:r>
            <a:r>
              <a:rPr dirty="0" sz="4200"/>
              <a:t>	</a:t>
            </a:r>
            <a:r>
              <a:rPr dirty="0" sz="4200" spc="-10"/>
              <a:t>OTHER</a:t>
            </a:r>
            <a:r>
              <a:rPr dirty="0" sz="4200"/>
              <a:t>	</a:t>
            </a:r>
            <a:r>
              <a:rPr dirty="0" sz="4200" spc="-10"/>
              <a:t>HACKATHONS</a:t>
            </a:r>
            <a:r>
              <a:rPr dirty="0" sz="4200"/>
              <a:t>	</a:t>
            </a:r>
            <a:r>
              <a:rPr dirty="0" sz="4200" spc="-20"/>
              <a:t>(AUG</a:t>
            </a:r>
            <a:r>
              <a:rPr dirty="0" sz="4200"/>
              <a:t>	</a:t>
            </a:r>
            <a:r>
              <a:rPr dirty="0" sz="4200" spc="-25"/>
              <a:t>25</a:t>
            </a:r>
            <a:r>
              <a:rPr dirty="0" sz="4200"/>
              <a:t>	</a:t>
            </a:r>
            <a:r>
              <a:rPr dirty="0" sz="4200" spc="-25"/>
              <a:t>to</a:t>
            </a:r>
            <a:r>
              <a:rPr dirty="0" sz="4200"/>
              <a:t>	</a:t>
            </a:r>
            <a:r>
              <a:rPr dirty="0" sz="4200" spc="-25"/>
              <a:t>JAN</a:t>
            </a:r>
            <a:r>
              <a:rPr dirty="0" sz="4200"/>
              <a:t>	</a:t>
            </a:r>
            <a:r>
              <a:rPr dirty="0" sz="4200" spc="-25"/>
              <a:t>26)</a:t>
            </a:r>
            <a:endParaRPr sz="4200"/>
          </a:p>
        </p:txBody>
      </p:sp>
      <p:grpSp>
        <p:nvGrpSpPr>
          <p:cNvPr id="3" name="object 3" descr=""/>
          <p:cNvGrpSpPr/>
          <p:nvPr/>
        </p:nvGrpSpPr>
        <p:grpSpPr>
          <a:xfrm>
            <a:off x="163106" y="170146"/>
            <a:ext cx="17888585" cy="9126220"/>
            <a:chOff x="163106" y="170146"/>
            <a:chExt cx="17888585" cy="9126220"/>
          </a:xfrm>
        </p:grpSpPr>
        <p:sp>
          <p:nvSpPr>
            <p:cNvPr id="4" name="object 4" descr=""/>
            <p:cNvSpPr/>
            <p:nvPr/>
          </p:nvSpPr>
          <p:spPr>
            <a:xfrm>
              <a:off x="201206" y="208246"/>
              <a:ext cx="17812385" cy="9050020"/>
            </a:xfrm>
            <a:custGeom>
              <a:avLst/>
              <a:gdLst/>
              <a:ahLst/>
              <a:cxnLst/>
              <a:rect l="l" t="t" r="r" b="b"/>
              <a:pathLst>
                <a:path w="17812385" h="9050020">
                  <a:moveTo>
                    <a:pt x="0" y="0"/>
                  </a:moveTo>
                  <a:lnTo>
                    <a:pt x="17811805" y="0"/>
                  </a:lnTo>
                  <a:lnTo>
                    <a:pt x="17811805" y="9049939"/>
                  </a:lnTo>
                  <a:lnTo>
                    <a:pt x="0" y="90499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3610" y="1359791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8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7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1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2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4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9" y="448309"/>
                  </a:lnTo>
                  <a:lnTo>
                    <a:pt x="1795706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60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099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099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099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7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8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1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099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16929" y="1709041"/>
            <a:ext cx="13493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Blackhats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83526" y="2724780"/>
            <a:ext cx="21234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dirty="0" sz="27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19014" y="2724780"/>
            <a:ext cx="52406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Hackathon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(Aug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Jan</a:t>
            </a:r>
            <a:r>
              <a:rPr dirty="0" sz="2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Calibri"/>
                <a:cs typeface="Calibri"/>
              </a:rPr>
              <a:t>26)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334968" y="2724780"/>
            <a:ext cx="27705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Achievement</a:t>
            </a:r>
            <a:r>
              <a:rPr dirty="0" sz="27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7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83142" y="3498811"/>
            <a:ext cx="104711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Devesh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273360" y="3498811"/>
            <a:ext cx="200278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Internal </a:t>
            </a:r>
            <a:r>
              <a:rPr dirty="0" sz="2700" spc="-10">
                <a:latin typeface="Calibri"/>
                <a:cs typeface="Calibri"/>
              </a:rPr>
              <a:t>SIH25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567015" y="3527481"/>
            <a:ext cx="11957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2nd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Prize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86726" y="4272843"/>
            <a:ext cx="9175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Aditya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73360" y="4272843"/>
            <a:ext cx="200278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Internal </a:t>
            </a:r>
            <a:r>
              <a:rPr dirty="0" sz="2700" spc="-10">
                <a:latin typeface="Calibri"/>
                <a:cs typeface="Calibri"/>
              </a:rPr>
              <a:t>SIH25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567015" y="4317324"/>
            <a:ext cx="10985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2nd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Prize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273360" y="5046874"/>
            <a:ext cx="31648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NXT-WAVE </a:t>
            </a:r>
            <a:r>
              <a:rPr dirty="0" sz="2700" spc="-10">
                <a:latin typeface="Calibri"/>
                <a:cs typeface="Calibri"/>
              </a:rPr>
              <a:t>Buildathon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567015" y="5091356"/>
            <a:ext cx="24161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qualified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round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50" b="1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147151" y="5820905"/>
            <a:ext cx="7962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Sadaf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73360" y="5820905"/>
            <a:ext cx="3875404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Methodist 24hrs </a:t>
            </a:r>
            <a:r>
              <a:rPr dirty="0" sz="2700" spc="-10">
                <a:latin typeface="Calibri"/>
                <a:cs typeface="Calibri"/>
              </a:rPr>
              <a:t>hackathon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567015" y="5865387"/>
            <a:ext cx="28924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1st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Prize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out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45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teams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273360" y="6594937"/>
            <a:ext cx="17938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AI for </a:t>
            </a:r>
            <a:r>
              <a:rPr dirty="0" sz="2700" spc="-10">
                <a:latin typeface="Calibri"/>
                <a:cs typeface="Calibri"/>
              </a:rPr>
              <a:t>bharat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567015" y="6639418"/>
            <a:ext cx="998219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Ongoing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964241" y="7349918"/>
            <a:ext cx="116268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>
                <a:latin typeface="Calibri"/>
                <a:cs typeface="Calibri"/>
              </a:rPr>
              <a:t>Abhinav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273360" y="7349918"/>
            <a:ext cx="200278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Internal </a:t>
            </a:r>
            <a:r>
              <a:rPr dirty="0" sz="2700" spc="-10">
                <a:latin typeface="Calibri"/>
                <a:cs typeface="Calibri"/>
              </a:rPr>
              <a:t>SIH25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567015" y="7394400"/>
            <a:ext cx="22656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Summited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portal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73360" y="8102393"/>
            <a:ext cx="24034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libri"/>
                <a:cs typeface="Calibri"/>
              </a:rPr>
              <a:t>Frost labs </a:t>
            </a:r>
            <a:r>
              <a:rPr dirty="0" sz="2700" spc="-10">
                <a:latin typeface="Calibri"/>
                <a:cs typeface="Calibri"/>
              </a:rPr>
              <a:t>HITAM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567015" y="8172307"/>
            <a:ext cx="593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latin typeface="Calibri"/>
                <a:cs typeface="Calibri"/>
              </a:rPr>
              <a:t>None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896002" y="2608892"/>
            <a:ext cx="15061565" cy="6156960"/>
            <a:chOff x="1896002" y="2608892"/>
            <a:chExt cx="15061565" cy="6156960"/>
          </a:xfrm>
        </p:grpSpPr>
        <p:sp>
          <p:nvSpPr>
            <p:cNvPr id="29" name="object 29" descr=""/>
            <p:cNvSpPr/>
            <p:nvPr/>
          </p:nvSpPr>
          <p:spPr>
            <a:xfrm>
              <a:off x="1898383" y="2613659"/>
              <a:ext cx="15056485" cy="6147435"/>
            </a:xfrm>
            <a:custGeom>
              <a:avLst/>
              <a:gdLst/>
              <a:ahLst/>
              <a:cxnLst/>
              <a:rect l="l" t="t" r="r" b="b"/>
              <a:pathLst>
                <a:path w="15056485" h="6147434">
                  <a:moveTo>
                    <a:pt x="15056193" y="0"/>
                  </a:moveTo>
                  <a:lnTo>
                    <a:pt x="10587571" y="0"/>
                  </a:lnTo>
                  <a:lnTo>
                    <a:pt x="3293910" y="0"/>
                  </a:lnTo>
                  <a:lnTo>
                    <a:pt x="0" y="0"/>
                  </a:lnTo>
                  <a:lnTo>
                    <a:pt x="0" y="6146889"/>
                  </a:lnTo>
                  <a:lnTo>
                    <a:pt x="3293910" y="6146889"/>
                  </a:lnTo>
                  <a:lnTo>
                    <a:pt x="10587571" y="6146889"/>
                  </a:lnTo>
                  <a:lnTo>
                    <a:pt x="15056193" y="6146889"/>
                  </a:lnTo>
                  <a:lnTo>
                    <a:pt x="150561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96002" y="2611273"/>
              <a:ext cx="15061565" cy="6151880"/>
            </a:xfrm>
            <a:custGeom>
              <a:avLst/>
              <a:gdLst/>
              <a:ahLst/>
              <a:cxnLst/>
              <a:rect l="l" t="t" r="r" b="b"/>
              <a:pathLst>
                <a:path w="15061565" h="6151880">
                  <a:moveTo>
                    <a:pt x="2381" y="2381"/>
                  </a:moveTo>
                  <a:lnTo>
                    <a:pt x="2381" y="6149262"/>
                  </a:lnTo>
                </a:path>
                <a:path w="15061565" h="6151880">
                  <a:moveTo>
                    <a:pt x="3296295" y="2381"/>
                  </a:moveTo>
                  <a:lnTo>
                    <a:pt x="3296295" y="6149262"/>
                  </a:lnTo>
                </a:path>
                <a:path w="15061565" h="6151880">
                  <a:moveTo>
                    <a:pt x="10589951" y="2381"/>
                  </a:moveTo>
                  <a:lnTo>
                    <a:pt x="10589951" y="6149262"/>
                  </a:lnTo>
                </a:path>
                <a:path w="15061565" h="6151880">
                  <a:moveTo>
                    <a:pt x="15058584" y="2381"/>
                  </a:moveTo>
                  <a:lnTo>
                    <a:pt x="15058584" y="6149262"/>
                  </a:lnTo>
                </a:path>
                <a:path w="15061565" h="6151880">
                  <a:moveTo>
                    <a:pt x="0" y="0"/>
                  </a:moveTo>
                  <a:lnTo>
                    <a:pt x="15060965" y="0"/>
                  </a:lnTo>
                </a:path>
                <a:path w="15061565" h="6151880">
                  <a:moveTo>
                    <a:pt x="0" y="774031"/>
                  </a:moveTo>
                  <a:lnTo>
                    <a:pt x="15060965" y="774031"/>
                  </a:lnTo>
                </a:path>
                <a:path w="15061565" h="6151880">
                  <a:moveTo>
                    <a:pt x="0" y="1548062"/>
                  </a:moveTo>
                  <a:lnTo>
                    <a:pt x="15060965" y="1548062"/>
                  </a:lnTo>
                </a:path>
                <a:path w="15061565" h="6151880">
                  <a:moveTo>
                    <a:pt x="0" y="2322093"/>
                  </a:moveTo>
                  <a:lnTo>
                    <a:pt x="15060965" y="2322093"/>
                  </a:lnTo>
                </a:path>
                <a:path w="15061565" h="6151880">
                  <a:moveTo>
                    <a:pt x="0" y="3096125"/>
                  </a:moveTo>
                  <a:lnTo>
                    <a:pt x="15060965" y="3096125"/>
                  </a:lnTo>
                </a:path>
                <a:path w="15061565" h="6151880">
                  <a:moveTo>
                    <a:pt x="0" y="3870156"/>
                  </a:moveTo>
                  <a:lnTo>
                    <a:pt x="15060965" y="3870156"/>
                  </a:lnTo>
                </a:path>
                <a:path w="15061565" h="6151880">
                  <a:moveTo>
                    <a:pt x="0" y="4644187"/>
                  </a:moveTo>
                  <a:lnTo>
                    <a:pt x="15060965" y="4644187"/>
                  </a:lnTo>
                </a:path>
                <a:path w="15061565" h="6151880">
                  <a:moveTo>
                    <a:pt x="0" y="5377612"/>
                  </a:moveTo>
                  <a:lnTo>
                    <a:pt x="15060965" y="5377612"/>
                  </a:lnTo>
                </a:path>
                <a:path w="15061565" h="6151880">
                  <a:moveTo>
                    <a:pt x="0" y="6151643"/>
                  </a:moveTo>
                  <a:lnTo>
                    <a:pt x="15060965" y="6151643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6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7B5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v.abhinav 2450</dc:creator>
  <cp:keywords>DAHA1xZu1TM,BAFTPIjqOFY,0</cp:keywords>
  <dc:title>HYP 7.0 PPT format_Shortlisting.pptx</dc:title>
  <dcterms:created xsi:type="dcterms:W3CDTF">2026-02-21T04:21:34Z</dcterms:created>
  <dcterms:modified xsi:type="dcterms:W3CDTF">2026-02-21T04:21:34Z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2026-02-21T00:00:00Z</vt:filetime>
  </property>
  <property fmtid="{D5CDD505-2E9C-101B-9397-08002B2CF9AE}" pid="5" name="Producer">
    <vt:lpwstr>Canva</vt:lpwstr>
  </property>
</Properties>
</file>